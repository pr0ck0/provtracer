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71"/>
  </p:notesMasterIdLst>
  <p:sldIdLst>
    <p:sldId id="256" r:id="rId2"/>
    <p:sldId id="289" r:id="rId3"/>
    <p:sldId id="353" r:id="rId4"/>
    <p:sldId id="291" r:id="rId5"/>
    <p:sldId id="300" r:id="rId6"/>
    <p:sldId id="295" r:id="rId7"/>
    <p:sldId id="296" r:id="rId8"/>
    <p:sldId id="320" r:id="rId9"/>
    <p:sldId id="321" r:id="rId10"/>
    <p:sldId id="322" r:id="rId11"/>
    <p:sldId id="323" r:id="rId12"/>
    <p:sldId id="324" r:id="rId13"/>
    <p:sldId id="330" r:id="rId14"/>
    <p:sldId id="333" r:id="rId15"/>
    <p:sldId id="335" r:id="rId16"/>
    <p:sldId id="336" r:id="rId17"/>
    <p:sldId id="350" r:id="rId18"/>
    <p:sldId id="334" r:id="rId19"/>
    <p:sldId id="319" r:id="rId20"/>
    <p:sldId id="337" r:id="rId21"/>
    <p:sldId id="338" r:id="rId22"/>
    <p:sldId id="331" r:id="rId23"/>
    <p:sldId id="304" r:id="rId24"/>
    <p:sldId id="340" r:id="rId25"/>
    <p:sldId id="351" r:id="rId26"/>
    <p:sldId id="339" r:id="rId27"/>
    <p:sldId id="346" r:id="rId28"/>
    <p:sldId id="342" r:id="rId29"/>
    <p:sldId id="315" r:id="rId30"/>
    <p:sldId id="305" r:id="rId31"/>
    <p:sldId id="367" r:id="rId32"/>
    <p:sldId id="344" r:id="rId33"/>
    <p:sldId id="343" r:id="rId34"/>
    <p:sldId id="362" r:id="rId35"/>
    <p:sldId id="306" r:id="rId36"/>
    <p:sldId id="349" r:id="rId37"/>
    <p:sldId id="307" r:id="rId38"/>
    <p:sldId id="308" r:id="rId39"/>
    <p:sldId id="309" r:id="rId40"/>
    <p:sldId id="329" r:id="rId41"/>
    <p:sldId id="332" r:id="rId42"/>
    <p:sldId id="299" r:id="rId43"/>
    <p:sldId id="297" r:id="rId44"/>
    <p:sldId id="354" r:id="rId45"/>
    <p:sldId id="298" r:id="rId46"/>
    <p:sldId id="356" r:id="rId47"/>
    <p:sldId id="355" r:id="rId48"/>
    <p:sldId id="352" r:id="rId49"/>
    <p:sldId id="301" r:id="rId50"/>
    <p:sldId id="311" r:id="rId51"/>
    <p:sldId id="312" r:id="rId52"/>
    <p:sldId id="302" r:id="rId53"/>
    <p:sldId id="303" r:id="rId54"/>
    <p:sldId id="359" r:id="rId55"/>
    <p:sldId id="310" r:id="rId56"/>
    <p:sldId id="345" r:id="rId57"/>
    <p:sldId id="357" r:id="rId58"/>
    <p:sldId id="325" r:id="rId59"/>
    <p:sldId id="326" r:id="rId60"/>
    <p:sldId id="328" r:id="rId61"/>
    <p:sldId id="360" r:id="rId62"/>
    <p:sldId id="347" r:id="rId63"/>
    <p:sldId id="361" r:id="rId64"/>
    <p:sldId id="358" r:id="rId65"/>
    <p:sldId id="363" r:id="rId66"/>
    <p:sldId id="313" r:id="rId67"/>
    <p:sldId id="366" r:id="rId68"/>
    <p:sldId id="365" r:id="rId69"/>
    <p:sldId id="364"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48994A-EDE0-41C9-98DF-021736BDE05E}" v="1" dt="2025-04-21T14:40:07.8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38" autoAdjust="0"/>
    <p:restoredTop sz="82984" autoAdjust="0"/>
  </p:normalViewPr>
  <p:slideViewPr>
    <p:cSldViewPr snapToGrid="0">
      <p:cViewPr varScale="1">
        <p:scale>
          <a:sx n="92" d="100"/>
          <a:sy n="92" d="100"/>
        </p:scale>
        <p:origin x="693" y="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cko, Tyler T." userId="34c324ce-7d86-42b7-9036-9ad78cae068d" providerId="ADAL" clId="{B648994A-EDE0-41C9-98DF-021736BDE05E}"/>
    <pc:docChg chg="undo redo custSel addSld delSld modSld">
      <pc:chgData name="Procko, Tyler T." userId="34c324ce-7d86-42b7-9036-9ad78cae068d" providerId="ADAL" clId="{B648994A-EDE0-41C9-98DF-021736BDE05E}" dt="2025-04-21T14:40:23.767" v="1888" actId="1076"/>
      <pc:docMkLst>
        <pc:docMk/>
      </pc:docMkLst>
      <pc:sldChg chg="modSp mod">
        <pc:chgData name="Procko, Tyler T." userId="34c324ce-7d86-42b7-9036-9ad78cae068d" providerId="ADAL" clId="{B648994A-EDE0-41C9-98DF-021736BDE05E}" dt="2025-04-18T01:48:18.994" v="407" actId="20577"/>
        <pc:sldMkLst>
          <pc:docMk/>
          <pc:sldMk cId="74147650" sldId="256"/>
        </pc:sldMkLst>
        <pc:spChg chg="mod">
          <ac:chgData name="Procko, Tyler T." userId="34c324ce-7d86-42b7-9036-9ad78cae068d" providerId="ADAL" clId="{B648994A-EDE0-41C9-98DF-021736BDE05E}" dt="2025-04-18T01:47:58.176" v="393" actId="1076"/>
          <ac:spMkLst>
            <pc:docMk/>
            <pc:sldMk cId="74147650" sldId="256"/>
            <ac:spMk id="2" creationId="{C6AD3EDF-E8AE-649A-5EEE-1B0779B669EC}"/>
          </ac:spMkLst>
        </pc:spChg>
        <pc:spChg chg="mod">
          <ac:chgData name="Procko, Tyler T." userId="34c324ce-7d86-42b7-9036-9ad78cae068d" providerId="ADAL" clId="{B648994A-EDE0-41C9-98DF-021736BDE05E}" dt="2025-04-18T01:48:18.994" v="407" actId="20577"/>
          <ac:spMkLst>
            <pc:docMk/>
            <pc:sldMk cId="74147650" sldId="256"/>
            <ac:spMk id="3" creationId="{2A7F85D6-CCD7-5761-9F62-4F887F6C5399}"/>
          </ac:spMkLst>
        </pc:spChg>
      </pc:sldChg>
      <pc:sldChg chg="modSp mod">
        <pc:chgData name="Procko, Tyler T." userId="34c324ce-7d86-42b7-9036-9ad78cae068d" providerId="ADAL" clId="{B648994A-EDE0-41C9-98DF-021736BDE05E}" dt="2025-04-19T21:13:20.749" v="548" actId="20577"/>
        <pc:sldMkLst>
          <pc:docMk/>
          <pc:sldMk cId="1240605498" sldId="291"/>
        </pc:sldMkLst>
        <pc:spChg chg="mod">
          <ac:chgData name="Procko, Tyler T." userId="34c324ce-7d86-42b7-9036-9ad78cae068d" providerId="ADAL" clId="{B648994A-EDE0-41C9-98DF-021736BDE05E}" dt="2025-04-18T02:31:42.507" v="472" actId="20577"/>
          <ac:spMkLst>
            <pc:docMk/>
            <pc:sldMk cId="1240605498" sldId="291"/>
            <ac:spMk id="2" creationId="{614A3CE1-BDB6-F8B8-EA60-5194EA681238}"/>
          </ac:spMkLst>
        </pc:spChg>
        <pc:spChg chg="mod">
          <ac:chgData name="Procko, Tyler T." userId="34c324ce-7d86-42b7-9036-9ad78cae068d" providerId="ADAL" clId="{B648994A-EDE0-41C9-98DF-021736BDE05E}" dt="2025-04-19T21:13:20.749" v="548" actId="20577"/>
          <ac:spMkLst>
            <pc:docMk/>
            <pc:sldMk cId="1240605498" sldId="291"/>
            <ac:spMk id="3" creationId="{DF23515D-0A82-A0E6-F408-221C62DC1798}"/>
          </ac:spMkLst>
        </pc:spChg>
      </pc:sldChg>
      <pc:sldChg chg="addSp delSp modSp mod">
        <pc:chgData name="Procko, Tyler T." userId="34c324ce-7d86-42b7-9036-9ad78cae068d" providerId="ADAL" clId="{B648994A-EDE0-41C9-98DF-021736BDE05E}" dt="2025-04-18T02:28:05.564" v="444" actId="20577"/>
        <pc:sldMkLst>
          <pc:docMk/>
          <pc:sldMk cId="292622204" sldId="292"/>
        </pc:sldMkLst>
      </pc:sldChg>
      <pc:sldChg chg="addSp delSp modSp mod">
        <pc:chgData name="Procko, Tyler T." userId="34c324ce-7d86-42b7-9036-9ad78cae068d" providerId="ADAL" clId="{B648994A-EDE0-41C9-98DF-021736BDE05E}" dt="2025-04-18T02:34:28.074" v="487" actId="14100"/>
        <pc:sldMkLst>
          <pc:docMk/>
          <pc:sldMk cId="340057741" sldId="295"/>
        </pc:sldMkLst>
        <pc:spChg chg="add mod">
          <ac:chgData name="Procko, Tyler T." userId="34c324ce-7d86-42b7-9036-9ad78cae068d" providerId="ADAL" clId="{B648994A-EDE0-41C9-98DF-021736BDE05E}" dt="2025-04-18T02:34:28.074" v="487" actId="14100"/>
          <ac:spMkLst>
            <pc:docMk/>
            <pc:sldMk cId="340057741" sldId="295"/>
            <ac:spMk id="7" creationId="{AE8C5265-4663-87D9-1F5C-464FA56A980E}"/>
          </ac:spMkLst>
        </pc:spChg>
        <pc:picChg chg="add mod modCrop">
          <ac:chgData name="Procko, Tyler T." userId="34c324ce-7d86-42b7-9036-9ad78cae068d" providerId="ADAL" clId="{B648994A-EDE0-41C9-98DF-021736BDE05E}" dt="2025-04-18T02:34:25.797" v="486" actId="1076"/>
          <ac:picMkLst>
            <pc:docMk/>
            <pc:sldMk cId="340057741" sldId="295"/>
            <ac:picMk id="11" creationId="{296E4BD7-01AB-C942-6B4D-BD6D2F426440}"/>
          </ac:picMkLst>
        </pc:picChg>
      </pc:sldChg>
      <pc:sldChg chg="addSp delSp modSp mod">
        <pc:chgData name="Procko, Tyler T." userId="34c324ce-7d86-42b7-9036-9ad78cae068d" providerId="ADAL" clId="{B648994A-EDE0-41C9-98DF-021736BDE05E}" dt="2025-04-18T02:23:45.845" v="432" actId="1076"/>
        <pc:sldMkLst>
          <pc:docMk/>
          <pc:sldMk cId="4227003503" sldId="296"/>
        </pc:sldMkLst>
        <pc:picChg chg="add mod">
          <ac:chgData name="Procko, Tyler T." userId="34c324ce-7d86-42b7-9036-9ad78cae068d" providerId="ADAL" clId="{B648994A-EDE0-41C9-98DF-021736BDE05E}" dt="2025-04-18T02:23:45.845" v="432" actId="1076"/>
          <ac:picMkLst>
            <pc:docMk/>
            <pc:sldMk cId="4227003503" sldId="296"/>
            <ac:picMk id="8" creationId="{FF41F5CF-F612-EE09-6233-1BAA7B65928D}"/>
          </ac:picMkLst>
        </pc:picChg>
      </pc:sldChg>
      <pc:sldChg chg="addSp delSp modSp new mod modNotesTx">
        <pc:chgData name="Procko, Tyler T." userId="34c324ce-7d86-42b7-9036-9ad78cae068d" providerId="ADAL" clId="{B648994A-EDE0-41C9-98DF-021736BDE05E}" dt="2025-04-19T23:05:39.914" v="1428" actId="20577"/>
        <pc:sldMkLst>
          <pc:docMk/>
          <pc:sldMk cId="4068657298" sldId="297"/>
        </pc:sldMkLst>
        <pc:spChg chg="mod">
          <ac:chgData name="Procko, Tyler T." userId="34c324ce-7d86-42b7-9036-9ad78cae068d" providerId="ADAL" clId="{B648994A-EDE0-41C9-98DF-021736BDE05E}" dt="2025-04-18T01:16:46.768" v="26" actId="20577"/>
          <ac:spMkLst>
            <pc:docMk/>
            <pc:sldMk cId="4068657298" sldId="297"/>
            <ac:spMk id="2" creationId="{566F0BA2-A934-8E5C-098E-247B4EA118DA}"/>
          </ac:spMkLst>
        </pc:spChg>
        <pc:spChg chg="add del mod">
          <ac:chgData name="Procko, Tyler T." userId="34c324ce-7d86-42b7-9036-9ad78cae068d" providerId="ADAL" clId="{B648994A-EDE0-41C9-98DF-021736BDE05E}" dt="2025-04-19T23:05:34.785" v="1416" actId="20577"/>
          <ac:spMkLst>
            <pc:docMk/>
            <pc:sldMk cId="4068657298" sldId="297"/>
            <ac:spMk id="3" creationId="{27363994-AAF1-B9B9-DD88-B40FAB9CD627}"/>
          </ac:spMkLst>
        </pc:spChg>
        <pc:picChg chg="add mod">
          <ac:chgData name="Procko, Tyler T." userId="34c324ce-7d86-42b7-9036-9ad78cae068d" providerId="ADAL" clId="{B648994A-EDE0-41C9-98DF-021736BDE05E}" dt="2025-04-18T01:19:35.161" v="30" actId="1076"/>
          <ac:picMkLst>
            <pc:docMk/>
            <pc:sldMk cId="4068657298" sldId="297"/>
            <ac:picMk id="5" creationId="{4E3CAA6D-39D0-4626-042F-086125D00FE5}"/>
          </ac:picMkLst>
        </pc:picChg>
      </pc:sldChg>
      <pc:sldChg chg="addSp delSp modSp add mod modNotesTx">
        <pc:chgData name="Procko, Tyler T." userId="34c324ce-7d86-42b7-9036-9ad78cae068d" providerId="ADAL" clId="{B648994A-EDE0-41C9-98DF-021736BDE05E}" dt="2025-04-20T21:02:44.502" v="1771" actId="20577"/>
        <pc:sldMkLst>
          <pc:docMk/>
          <pc:sldMk cId="2231996301" sldId="298"/>
        </pc:sldMkLst>
        <pc:spChg chg="mod">
          <ac:chgData name="Procko, Tyler T." userId="34c324ce-7d86-42b7-9036-9ad78cae068d" providerId="ADAL" clId="{B648994A-EDE0-41C9-98DF-021736BDE05E}" dt="2025-04-18T01:19:41.403" v="35" actId="20577"/>
          <ac:spMkLst>
            <pc:docMk/>
            <pc:sldMk cId="2231996301" sldId="298"/>
            <ac:spMk id="2" creationId="{E5061422-4193-4840-F643-5A1B23496B51}"/>
          </ac:spMkLst>
        </pc:spChg>
        <pc:spChg chg="mod">
          <ac:chgData name="Procko, Tyler T." userId="34c324ce-7d86-42b7-9036-9ad78cae068d" providerId="ADAL" clId="{B648994A-EDE0-41C9-98DF-021736BDE05E}" dt="2025-04-20T21:02:44.502" v="1771" actId="20577"/>
          <ac:spMkLst>
            <pc:docMk/>
            <pc:sldMk cId="2231996301" sldId="298"/>
            <ac:spMk id="3" creationId="{70CB50EB-5619-17BB-A8F8-A1EED7E9F804}"/>
          </ac:spMkLst>
        </pc:spChg>
        <pc:picChg chg="add mod">
          <ac:chgData name="Procko, Tyler T." userId="34c324ce-7d86-42b7-9036-9ad78cae068d" providerId="ADAL" clId="{B648994A-EDE0-41C9-98DF-021736BDE05E}" dt="2025-04-18T01:19:56.128" v="38" actId="1076"/>
          <ac:picMkLst>
            <pc:docMk/>
            <pc:sldMk cId="2231996301" sldId="298"/>
            <ac:picMk id="4" creationId="{ED94F481-0942-0136-0AB2-DB5FEBD2D411}"/>
          </ac:picMkLst>
        </pc:picChg>
      </pc:sldChg>
      <pc:sldChg chg="modSp new mod">
        <pc:chgData name="Procko, Tyler T." userId="34c324ce-7d86-42b7-9036-9ad78cae068d" providerId="ADAL" clId="{B648994A-EDE0-41C9-98DF-021736BDE05E}" dt="2025-04-19T23:05:13.829" v="1412" actId="20577"/>
        <pc:sldMkLst>
          <pc:docMk/>
          <pc:sldMk cId="2323103730" sldId="299"/>
        </pc:sldMkLst>
        <pc:spChg chg="mod">
          <ac:chgData name="Procko, Tyler T." userId="34c324ce-7d86-42b7-9036-9ad78cae068d" providerId="ADAL" clId="{B648994A-EDE0-41C9-98DF-021736BDE05E}" dt="2025-04-18T01:23:47.973" v="54" actId="20577"/>
          <ac:spMkLst>
            <pc:docMk/>
            <pc:sldMk cId="2323103730" sldId="299"/>
            <ac:spMk id="2" creationId="{B149D5AC-3B83-E8D9-6BBA-BCEC8978F026}"/>
          </ac:spMkLst>
        </pc:spChg>
        <pc:spChg chg="mod">
          <ac:chgData name="Procko, Tyler T." userId="34c324ce-7d86-42b7-9036-9ad78cae068d" providerId="ADAL" clId="{B648994A-EDE0-41C9-98DF-021736BDE05E}" dt="2025-04-19T23:05:13.829" v="1412" actId="20577"/>
          <ac:spMkLst>
            <pc:docMk/>
            <pc:sldMk cId="2323103730" sldId="299"/>
            <ac:spMk id="3" creationId="{94B43502-9D65-41F5-FBE4-5501B895272A}"/>
          </ac:spMkLst>
        </pc:spChg>
      </pc:sldChg>
      <pc:sldChg chg="modSp add mod modNotesTx">
        <pc:chgData name="Procko, Tyler T." userId="34c324ce-7d86-42b7-9036-9ad78cae068d" providerId="ADAL" clId="{B648994A-EDE0-41C9-98DF-021736BDE05E}" dt="2025-04-20T21:07:46.293" v="1843" actId="20577"/>
        <pc:sldMkLst>
          <pc:docMk/>
          <pc:sldMk cId="112351579" sldId="300"/>
        </pc:sldMkLst>
        <pc:spChg chg="mod">
          <ac:chgData name="Procko, Tyler T." userId="34c324ce-7d86-42b7-9036-9ad78cae068d" providerId="ADAL" clId="{B648994A-EDE0-41C9-98DF-021736BDE05E}" dt="2025-04-18T01:52:12.123" v="417" actId="20577"/>
          <ac:spMkLst>
            <pc:docMk/>
            <pc:sldMk cId="112351579" sldId="300"/>
            <ac:spMk id="2" creationId="{13F50548-D905-0CA4-D041-ED3128A0A8E6}"/>
          </ac:spMkLst>
        </pc:spChg>
        <pc:spChg chg="mod">
          <ac:chgData name="Procko, Tyler T." userId="34c324ce-7d86-42b7-9036-9ad78cae068d" providerId="ADAL" clId="{B648994A-EDE0-41C9-98DF-021736BDE05E}" dt="2025-04-20T21:07:44.427" v="1841" actId="27636"/>
          <ac:spMkLst>
            <pc:docMk/>
            <pc:sldMk cId="112351579" sldId="300"/>
            <ac:spMk id="3" creationId="{57D54E43-1B3C-56B5-2FA4-9A436E4D6F63}"/>
          </ac:spMkLst>
        </pc:spChg>
      </pc:sldChg>
      <pc:sldChg chg="addSp delSp modSp add mod">
        <pc:chgData name="Procko, Tyler T." userId="34c324ce-7d86-42b7-9036-9ad78cae068d" providerId="ADAL" clId="{B648994A-EDE0-41C9-98DF-021736BDE05E}" dt="2025-04-19T22:52:20.596" v="1158" actId="6549"/>
        <pc:sldMkLst>
          <pc:docMk/>
          <pc:sldMk cId="712243615" sldId="301"/>
        </pc:sldMkLst>
        <pc:spChg chg="mod">
          <ac:chgData name="Procko, Tyler T." userId="34c324ce-7d86-42b7-9036-9ad78cae068d" providerId="ADAL" clId="{B648994A-EDE0-41C9-98DF-021736BDE05E}" dt="2025-04-18T02:36:20.291" v="506" actId="20577"/>
          <ac:spMkLst>
            <pc:docMk/>
            <pc:sldMk cId="712243615" sldId="301"/>
            <ac:spMk id="2" creationId="{2E329725-E402-358F-6C41-29D54B0DCDAB}"/>
          </ac:spMkLst>
        </pc:spChg>
        <pc:spChg chg="mod">
          <ac:chgData name="Procko, Tyler T." userId="34c324ce-7d86-42b7-9036-9ad78cae068d" providerId="ADAL" clId="{B648994A-EDE0-41C9-98DF-021736BDE05E}" dt="2025-04-19T22:52:20.596" v="1158" actId="6549"/>
          <ac:spMkLst>
            <pc:docMk/>
            <pc:sldMk cId="712243615" sldId="301"/>
            <ac:spMk id="3" creationId="{BFE26122-ADE4-6567-003A-E180D137C671}"/>
          </ac:spMkLst>
        </pc:spChg>
      </pc:sldChg>
      <pc:sldChg chg="modSp add mod">
        <pc:chgData name="Procko, Tyler T." userId="34c324ce-7d86-42b7-9036-9ad78cae068d" providerId="ADAL" clId="{B648994A-EDE0-41C9-98DF-021736BDE05E}" dt="2025-04-19T21:42:39.909" v="1009" actId="114"/>
        <pc:sldMkLst>
          <pc:docMk/>
          <pc:sldMk cId="478423370" sldId="302"/>
        </pc:sldMkLst>
        <pc:spChg chg="mod">
          <ac:chgData name="Procko, Tyler T." userId="34c324ce-7d86-42b7-9036-9ad78cae068d" providerId="ADAL" clId="{B648994A-EDE0-41C9-98DF-021736BDE05E}" dt="2025-04-18T02:36:17.567" v="505" actId="20577"/>
          <ac:spMkLst>
            <pc:docMk/>
            <pc:sldMk cId="478423370" sldId="302"/>
            <ac:spMk id="2" creationId="{8AEACA8E-E243-21FC-EB71-67B4EB755FEF}"/>
          </ac:spMkLst>
        </pc:spChg>
        <pc:spChg chg="mod">
          <ac:chgData name="Procko, Tyler T." userId="34c324ce-7d86-42b7-9036-9ad78cae068d" providerId="ADAL" clId="{B648994A-EDE0-41C9-98DF-021736BDE05E}" dt="2025-04-19T21:42:39.909" v="1009" actId="114"/>
          <ac:spMkLst>
            <pc:docMk/>
            <pc:sldMk cId="478423370" sldId="302"/>
            <ac:spMk id="3" creationId="{59932C92-8A04-19FA-CE58-7266686E3DD8}"/>
          </ac:spMkLst>
        </pc:spChg>
      </pc:sldChg>
      <pc:sldChg chg="modSp add mod">
        <pc:chgData name="Procko, Tyler T." userId="34c324ce-7d86-42b7-9036-9ad78cae068d" providerId="ADAL" clId="{B648994A-EDE0-41C9-98DF-021736BDE05E}" dt="2025-04-19T21:42:45.164" v="1012" actId="114"/>
        <pc:sldMkLst>
          <pc:docMk/>
          <pc:sldMk cId="2892146031" sldId="303"/>
        </pc:sldMkLst>
        <pc:spChg chg="mod">
          <ac:chgData name="Procko, Tyler T." userId="34c324ce-7d86-42b7-9036-9ad78cae068d" providerId="ADAL" clId="{B648994A-EDE0-41C9-98DF-021736BDE05E}" dt="2025-04-18T02:36:13.661" v="504" actId="20577"/>
          <ac:spMkLst>
            <pc:docMk/>
            <pc:sldMk cId="2892146031" sldId="303"/>
            <ac:spMk id="2" creationId="{0655EBFF-FB24-D1DD-EBAB-D31A17496000}"/>
          </ac:spMkLst>
        </pc:spChg>
        <pc:spChg chg="mod">
          <ac:chgData name="Procko, Tyler T." userId="34c324ce-7d86-42b7-9036-9ad78cae068d" providerId="ADAL" clId="{B648994A-EDE0-41C9-98DF-021736BDE05E}" dt="2025-04-19T21:42:45.164" v="1012" actId="114"/>
          <ac:spMkLst>
            <pc:docMk/>
            <pc:sldMk cId="2892146031" sldId="303"/>
            <ac:spMk id="3" creationId="{760E0B3B-71DA-EC43-9324-0957757BC27A}"/>
          </ac:spMkLst>
        </pc:spChg>
      </pc:sldChg>
      <pc:sldChg chg="addSp modSp new mod">
        <pc:chgData name="Procko, Tyler T." userId="34c324ce-7d86-42b7-9036-9ad78cae068d" providerId="ADAL" clId="{B648994A-EDE0-41C9-98DF-021736BDE05E}" dt="2025-04-19T21:27:32.179" v="753" actId="20577"/>
        <pc:sldMkLst>
          <pc:docMk/>
          <pc:sldMk cId="2492335962" sldId="304"/>
        </pc:sldMkLst>
        <pc:spChg chg="mod">
          <ac:chgData name="Procko, Tyler T." userId="34c324ce-7d86-42b7-9036-9ad78cae068d" providerId="ADAL" clId="{B648994A-EDE0-41C9-98DF-021736BDE05E}" dt="2025-04-18T02:42:08.639" v="527" actId="20577"/>
          <ac:spMkLst>
            <pc:docMk/>
            <pc:sldMk cId="2492335962" sldId="304"/>
            <ac:spMk id="2" creationId="{3A7AD69E-36FB-BCDF-D521-6FEC34FB6BCD}"/>
          </ac:spMkLst>
        </pc:spChg>
        <pc:spChg chg="mod">
          <ac:chgData name="Procko, Tyler T." userId="34c324ce-7d86-42b7-9036-9ad78cae068d" providerId="ADAL" clId="{B648994A-EDE0-41C9-98DF-021736BDE05E}" dt="2025-04-19T21:27:32.179" v="753" actId="20577"/>
          <ac:spMkLst>
            <pc:docMk/>
            <pc:sldMk cId="2492335962" sldId="304"/>
            <ac:spMk id="3" creationId="{EF8CCFED-E3F4-6361-158C-D6CF113750D8}"/>
          </ac:spMkLst>
        </pc:spChg>
        <pc:picChg chg="add mod">
          <ac:chgData name="Procko, Tyler T." userId="34c324ce-7d86-42b7-9036-9ad78cae068d" providerId="ADAL" clId="{B648994A-EDE0-41C9-98DF-021736BDE05E}" dt="2025-04-18T02:43:24.873" v="529" actId="1076"/>
          <ac:picMkLst>
            <pc:docMk/>
            <pc:sldMk cId="2492335962" sldId="304"/>
            <ac:picMk id="3074" creationId="{EE26DC6E-4BF7-4E9A-E1A0-74E385A74A01}"/>
          </ac:picMkLst>
        </pc:picChg>
      </pc:sldChg>
      <pc:sldChg chg="modSp mod">
        <pc:chgData name="Procko, Tyler T." userId="34c324ce-7d86-42b7-9036-9ad78cae068d" providerId="ADAL" clId="{B648994A-EDE0-41C9-98DF-021736BDE05E}" dt="2025-04-20T21:08:51.780" v="1868" actId="20577"/>
        <pc:sldMkLst>
          <pc:docMk/>
          <pc:sldMk cId="2741611166" sldId="306"/>
        </pc:sldMkLst>
        <pc:spChg chg="mod">
          <ac:chgData name="Procko, Tyler T." userId="34c324ce-7d86-42b7-9036-9ad78cae068d" providerId="ADAL" clId="{B648994A-EDE0-41C9-98DF-021736BDE05E}" dt="2025-04-20T21:08:51.780" v="1868" actId="20577"/>
          <ac:spMkLst>
            <pc:docMk/>
            <pc:sldMk cId="2741611166" sldId="306"/>
            <ac:spMk id="3" creationId="{80A60DF7-AF64-C3EE-9E5A-2196AAF3884C}"/>
          </ac:spMkLst>
        </pc:spChg>
      </pc:sldChg>
      <pc:sldChg chg="modSp mod">
        <pc:chgData name="Procko, Tyler T." userId="34c324ce-7d86-42b7-9036-9ad78cae068d" providerId="ADAL" clId="{B648994A-EDE0-41C9-98DF-021736BDE05E}" dt="2025-04-19T22:50:52.817" v="1148" actId="20577"/>
        <pc:sldMkLst>
          <pc:docMk/>
          <pc:sldMk cId="1099146005" sldId="310"/>
        </pc:sldMkLst>
        <pc:spChg chg="mod">
          <ac:chgData name="Procko, Tyler T." userId="34c324ce-7d86-42b7-9036-9ad78cae068d" providerId="ADAL" clId="{B648994A-EDE0-41C9-98DF-021736BDE05E}" dt="2025-04-19T22:50:52.817" v="1148" actId="20577"/>
          <ac:spMkLst>
            <pc:docMk/>
            <pc:sldMk cId="1099146005" sldId="310"/>
            <ac:spMk id="3" creationId="{A2CAA7D6-52EE-DF0F-8F8B-D0B2E6AFD896}"/>
          </ac:spMkLst>
        </pc:spChg>
        <pc:picChg chg="mod">
          <ac:chgData name="Procko, Tyler T." userId="34c324ce-7d86-42b7-9036-9ad78cae068d" providerId="ADAL" clId="{B648994A-EDE0-41C9-98DF-021736BDE05E}" dt="2025-04-19T21:44:18.743" v="1045" actId="1076"/>
          <ac:picMkLst>
            <pc:docMk/>
            <pc:sldMk cId="1099146005" sldId="310"/>
            <ac:picMk id="7" creationId="{E6FB8FB0-AB70-3A9C-FFD7-A0EAEB467BB5}"/>
          </ac:picMkLst>
        </pc:picChg>
      </pc:sldChg>
      <pc:sldChg chg="modSp mod">
        <pc:chgData name="Procko, Tyler T." userId="34c324ce-7d86-42b7-9036-9ad78cae068d" providerId="ADAL" clId="{B648994A-EDE0-41C9-98DF-021736BDE05E}" dt="2025-04-19T21:29:53.980" v="790" actId="114"/>
        <pc:sldMkLst>
          <pc:docMk/>
          <pc:sldMk cId="3225485468" sldId="319"/>
        </pc:sldMkLst>
        <pc:spChg chg="mod">
          <ac:chgData name="Procko, Tyler T." userId="34c324ce-7d86-42b7-9036-9ad78cae068d" providerId="ADAL" clId="{B648994A-EDE0-41C9-98DF-021736BDE05E}" dt="2025-04-19T21:29:53.980" v="790" actId="114"/>
          <ac:spMkLst>
            <pc:docMk/>
            <pc:sldMk cId="3225485468" sldId="319"/>
            <ac:spMk id="13" creationId="{772A98C2-7FFA-4373-AEBA-027FE7191206}"/>
          </ac:spMkLst>
        </pc:spChg>
      </pc:sldChg>
      <pc:sldChg chg="modSp mod">
        <pc:chgData name="Procko, Tyler T." userId="34c324ce-7d86-42b7-9036-9ad78cae068d" providerId="ADAL" clId="{B648994A-EDE0-41C9-98DF-021736BDE05E}" dt="2025-04-19T21:16:18.156" v="577" actId="20577"/>
        <pc:sldMkLst>
          <pc:docMk/>
          <pc:sldMk cId="521712486" sldId="320"/>
        </pc:sldMkLst>
        <pc:spChg chg="mod">
          <ac:chgData name="Procko, Tyler T." userId="34c324ce-7d86-42b7-9036-9ad78cae068d" providerId="ADAL" clId="{B648994A-EDE0-41C9-98DF-021736BDE05E}" dt="2025-04-19T21:16:00.564" v="560" actId="20577"/>
          <ac:spMkLst>
            <pc:docMk/>
            <pc:sldMk cId="521712486" sldId="320"/>
            <ac:spMk id="3" creationId="{3C2A82CF-5C59-CAE0-FE30-2BAC19750D39}"/>
          </ac:spMkLst>
        </pc:spChg>
        <pc:spChg chg="mod">
          <ac:chgData name="Procko, Tyler T." userId="34c324ce-7d86-42b7-9036-9ad78cae068d" providerId="ADAL" clId="{B648994A-EDE0-41C9-98DF-021736BDE05E}" dt="2025-04-19T21:16:18.156" v="577" actId="20577"/>
          <ac:spMkLst>
            <pc:docMk/>
            <pc:sldMk cId="521712486" sldId="320"/>
            <ac:spMk id="9" creationId="{9E7FDA9C-6E11-75B7-69A3-F15B109529E3}"/>
          </ac:spMkLst>
        </pc:spChg>
      </pc:sldChg>
      <pc:sldChg chg="addSp modSp mod">
        <pc:chgData name="Procko, Tyler T." userId="34c324ce-7d86-42b7-9036-9ad78cae068d" providerId="ADAL" clId="{B648994A-EDE0-41C9-98DF-021736BDE05E}" dt="2025-04-19T21:29:41.868" v="789" actId="1076"/>
        <pc:sldMkLst>
          <pc:docMk/>
          <pc:sldMk cId="3688422974" sldId="321"/>
        </pc:sldMkLst>
        <pc:spChg chg="mod">
          <ac:chgData name="Procko, Tyler T." userId="34c324ce-7d86-42b7-9036-9ad78cae068d" providerId="ADAL" clId="{B648994A-EDE0-41C9-98DF-021736BDE05E}" dt="2025-04-19T21:29:33.820" v="784"/>
          <ac:spMkLst>
            <pc:docMk/>
            <pc:sldMk cId="3688422974" sldId="321"/>
            <ac:spMk id="3" creationId="{73E71A9F-C606-C106-A319-3FD4EDC5BBDB}"/>
          </ac:spMkLst>
        </pc:spChg>
        <pc:spChg chg="add mod">
          <ac:chgData name="Procko, Tyler T." userId="34c324ce-7d86-42b7-9036-9ad78cae068d" providerId="ADAL" clId="{B648994A-EDE0-41C9-98DF-021736BDE05E}" dt="2025-04-19T21:29:41.868" v="789" actId="1076"/>
          <ac:spMkLst>
            <pc:docMk/>
            <pc:sldMk cId="3688422974" sldId="321"/>
            <ac:spMk id="8" creationId="{4F868E72-4275-7881-6385-CE09FACD3FF3}"/>
          </ac:spMkLst>
        </pc:spChg>
      </pc:sldChg>
      <pc:sldChg chg="modSp mod">
        <pc:chgData name="Procko, Tyler T." userId="34c324ce-7d86-42b7-9036-9ad78cae068d" providerId="ADAL" clId="{B648994A-EDE0-41C9-98DF-021736BDE05E}" dt="2025-04-19T21:43:06.834" v="1017" actId="1076"/>
        <pc:sldMkLst>
          <pc:docMk/>
          <pc:sldMk cId="3478066145" sldId="322"/>
        </pc:sldMkLst>
        <pc:spChg chg="mod">
          <ac:chgData name="Procko, Tyler T." userId="34c324ce-7d86-42b7-9036-9ad78cae068d" providerId="ADAL" clId="{B648994A-EDE0-41C9-98DF-021736BDE05E}" dt="2025-04-19T21:43:01.384" v="1015" actId="20577"/>
          <ac:spMkLst>
            <pc:docMk/>
            <pc:sldMk cId="3478066145" sldId="322"/>
            <ac:spMk id="3" creationId="{936DB7C7-AF1A-04C8-8F99-1CEA3F07DD13}"/>
          </ac:spMkLst>
        </pc:spChg>
        <pc:picChg chg="mod">
          <ac:chgData name="Procko, Tyler T." userId="34c324ce-7d86-42b7-9036-9ad78cae068d" providerId="ADAL" clId="{B648994A-EDE0-41C9-98DF-021736BDE05E}" dt="2025-04-19T21:43:06.834" v="1017" actId="1076"/>
          <ac:picMkLst>
            <pc:docMk/>
            <pc:sldMk cId="3478066145" sldId="322"/>
            <ac:picMk id="7" creationId="{3D63D9ED-D5BE-8C07-D8FA-05D84B90D38A}"/>
          </ac:picMkLst>
        </pc:picChg>
      </pc:sldChg>
      <pc:sldChg chg="modSp mod">
        <pc:chgData name="Procko, Tyler T." userId="34c324ce-7d86-42b7-9036-9ad78cae068d" providerId="ADAL" clId="{B648994A-EDE0-41C9-98DF-021736BDE05E}" dt="2025-04-19T21:43:11.209" v="1020" actId="20577"/>
        <pc:sldMkLst>
          <pc:docMk/>
          <pc:sldMk cId="1260431629" sldId="323"/>
        </pc:sldMkLst>
        <pc:spChg chg="mod">
          <ac:chgData name="Procko, Tyler T." userId="34c324ce-7d86-42b7-9036-9ad78cae068d" providerId="ADAL" clId="{B648994A-EDE0-41C9-98DF-021736BDE05E}" dt="2025-04-19T21:43:11.209" v="1020" actId="20577"/>
          <ac:spMkLst>
            <pc:docMk/>
            <pc:sldMk cId="1260431629" sldId="323"/>
            <ac:spMk id="3" creationId="{526406C5-2EFC-3D88-1017-620272306897}"/>
          </ac:spMkLst>
        </pc:spChg>
      </pc:sldChg>
      <pc:sldChg chg="modSp mod">
        <pc:chgData name="Procko, Tyler T." userId="34c324ce-7d86-42b7-9036-9ad78cae068d" providerId="ADAL" clId="{B648994A-EDE0-41C9-98DF-021736BDE05E}" dt="2025-04-19T21:43:15.537" v="1023" actId="20577"/>
        <pc:sldMkLst>
          <pc:docMk/>
          <pc:sldMk cId="982122083" sldId="324"/>
        </pc:sldMkLst>
        <pc:spChg chg="mod">
          <ac:chgData name="Procko, Tyler T." userId="34c324ce-7d86-42b7-9036-9ad78cae068d" providerId="ADAL" clId="{B648994A-EDE0-41C9-98DF-021736BDE05E}" dt="2025-04-19T21:43:15.537" v="1023" actId="20577"/>
          <ac:spMkLst>
            <pc:docMk/>
            <pc:sldMk cId="982122083" sldId="324"/>
            <ac:spMk id="3" creationId="{8CD5468E-8041-209C-397D-54735DF2024C}"/>
          </ac:spMkLst>
        </pc:spChg>
      </pc:sldChg>
      <pc:sldChg chg="modSp mod">
        <pc:chgData name="Procko, Tyler T." userId="34c324ce-7d86-42b7-9036-9ad78cae068d" providerId="ADAL" clId="{B648994A-EDE0-41C9-98DF-021736BDE05E}" dt="2025-04-20T20:58:02.094" v="1511" actId="20577"/>
        <pc:sldMkLst>
          <pc:docMk/>
          <pc:sldMk cId="4290328952" sldId="325"/>
        </pc:sldMkLst>
        <pc:spChg chg="mod">
          <ac:chgData name="Procko, Tyler T." userId="34c324ce-7d86-42b7-9036-9ad78cae068d" providerId="ADAL" clId="{B648994A-EDE0-41C9-98DF-021736BDE05E}" dt="2025-04-20T20:58:02.094" v="1511" actId="20577"/>
          <ac:spMkLst>
            <pc:docMk/>
            <pc:sldMk cId="4290328952" sldId="325"/>
            <ac:spMk id="3" creationId="{B3CAC082-C2D1-1EB0-BC13-322EC8F98109}"/>
          </ac:spMkLst>
        </pc:spChg>
        <pc:spChg chg="mod">
          <ac:chgData name="Procko, Tyler T." userId="34c324ce-7d86-42b7-9036-9ad78cae068d" providerId="ADAL" clId="{B648994A-EDE0-41C9-98DF-021736BDE05E}" dt="2025-04-20T20:57:50.036" v="1502" actId="403"/>
          <ac:spMkLst>
            <pc:docMk/>
            <pc:sldMk cId="4290328952" sldId="325"/>
            <ac:spMk id="11" creationId="{3D2B02ED-A7C4-5BA2-B51A-528424E95037}"/>
          </ac:spMkLst>
        </pc:spChg>
        <pc:picChg chg="mod">
          <ac:chgData name="Procko, Tyler T." userId="34c324ce-7d86-42b7-9036-9ad78cae068d" providerId="ADAL" clId="{B648994A-EDE0-41C9-98DF-021736BDE05E}" dt="2025-04-19T22:58:40.957" v="1183" actId="1076"/>
          <ac:picMkLst>
            <pc:docMk/>
            <pc:sldMk cId="4290328952" sldId="325"/>
            <ac:picMk id="8" creationId="{BA690124-5DE8-74BD-564C-0A58817F6EFB}"/>
          </ac:picMkLst>
        </pc:picChg>
      </pc:sldChg>
      <pc:sldChg chg="modSp mod">
        <pc:chgData name="Procko, Tyler T." userId="34c324ce-7d86-42b7-9036-9ad78cae068d" providerId="ADAL" clId="{B648994A-EDE0-41C9-98DF-021736BDE05E}" dt="2025-04-19T23:00:21.950" v="1214" actId="27636"/>
        <pc:sldMkLst>
          <pc:docMk/>
          <pc:sldMk cId="1088454832" sldId="326"/>
        </pc:sldMkLst>
        <pc:spChg chg="mod">
          <ac:chgData name="Procko, Tyler T." userId="34c324ce-7d86-42b7-9036-9ad78cae068d" providerId="ADAL" clId="{B648994A-EDE0-41C9-98DF-021736BDE05E}" dt="2025-04-19T23:00:21.950" v="1214" actId="27636"/>
          <ac:spMkLst>
            <pc:docMk/>
            <pc:sldMk cId="1088454832" sldId="326"/>
            <ac:spMk id="3" creationId="{EB71C5C4-8222-6718-A4C1-FE2A73C302A3}"/>
          </ac:spMkLst>
        </pc:spChg>
        <pc:picChg chg="mod">
          <ac:chgData name="Procko, Tyler T." userId="34c324ce-7d86-42b7-9036-9ad78cae068d" providerId="ADAL" clId="{B648994A-EDE0-41C9-98DF-021736BDE05E}" dt="2025-04-19T22:59:30.754" v="1190" actId="1076"/>
          <ac:picMkLst>
            <pc:docMk/>
            <pc:sldMk cId="1088454832" sldId="326"/>
            <ac:picMk id="7" creationId="{18DCCB74-7238-CB04-CD68-7FB54CFC7E86}"/>
          </ac:picMkLst>
        </pc:picChg>
      </pc:sldChg>
      <pc:sldChg chg="modSp mod">
        <pc:chgData name="Procko, Tyler T." userId="34c324ce-7d86-42b7-9036-9ad78cae068d" providerId="ADAL" clId="{B648994A-EDE0-41C9-98DF-021736BDE05E}" dt="2025-04-20T20:59:31.863" v="1529" actId="20577"/>
        <pc:sldMkLst>
          <pc:docMk/>
          <pc:sldMk cId="2083637463" sldId="328"/>
        </pc:sldMkLst>
        <pc:spChg chg="mod">
          <ac:chgData name="Procko, Tyler T." userId="34c324ce-7d86-42b7-9036-9ad78cae068d" providerId="ADAL" clId="{B648994A-EDE0-41C9-98DF-021736BDE05E}" dt="2025-04-20T20:59:31.863" v="1529" actId="20577"/>
          <ac:spMkLst>
            <pc:docMk/>
            <pc:sldMk cId="2083637463" sldId="328"/>
            <ac:spMk id="3" creationId="{0CF7666B-9D35-ABC4-D40C-14B67E468EDF}"/>
          </ac:spMkLst>
        </pc:spChg>
      </pc:sldChg>
      <pc:sldChg chg="modSp mod">
        <pc:chgData name="Procko, Tyler T." userId="34c324ce-7d86-42b7-9036-9ad78cae068d" providerId="ADAL" clId="{B648994A-EDE0-41C9-98DF-021736BDE05E}" dt="2025-04-19T21:18:04.729" v="582" actId="20577"/>
        <pc:sldMkLst>
          <pc:docMk/>
          <pc:sldMk cId="2134639195" sldId="333"/>
        </pc:sldMkLst>
        <pc:spChg chg="mod">
          <ac:chgData name="Procko, Tyler T." userId="34c324ce-7d86-42b7-9036-9ad78cae068d" providerId="ADAL" clId="{B648994A-EDE0-41C9-98DF-021736BDE05E}" dt="2025-04-19T21:18:04.729" v="582" actId="20577"/>
          <ac:spMkLst>
            <pc:docMk/>
            <pc:sldMk cId="2134639195" sldId="333"/>
            <ac:spMk id="3" creationId="{7360783B-1F6F-0A19-38EF-236645B7114F}"/>
          </ac:spMkLst>
        </pc:spChg>
        <pc:picChg chg="mod">
          <ac:chgData name="Procko, Tyler T." userId="34c324ce-7d86-42b7-9036-9ad78cae068d" providerId="ADAL" clId="{B648994A-EDE0-41C9-98DF-021736BDE05E}" dt="2025-04-19T21:18:00.556" v="581" actId="1076"/>
          <ac:picMkLst>
            <pc:docMk/>
            <pc:sldMk cId="2134639195" sldId="333"/>
            <ac:picMk id="7" creationId="{56292272-837C-9D11-C8D6-18E8B0F0AE90}"/>
          </ac:picMkLst>
        </pc:picChg>
      </pc:sldChg>
      <pc:sldChg chg="modSp mod">
        <pc:chgData name="Procko, Tyler T." userId="34c324ce-7d86-42b7-9036-9ad78cae068d" providerId="ADAL" clId="{B648994A-EDE0-41C9-98DF-021736BDE05E}" dt="2025-04-20T21:04:58.890" v="1803" actId="20577"/>
        <pc:sldMkLst>
          <pc:docMk/>
          <pc:sldMk cId="1046337223" sldId="334"/>
        </pc:sldMkLst>
        <pc:spChg chg="mod">
          <ac:chgData name="Procko, Tyler T." userId="34c324ce-7d86-42b7-9036-9ad78cae068d" providerId="ADAL" clId="{B648994A-EDE0-41C9-98DF-021736BDE05E}" dt="2025-04-20T21:04:58.890" v="1803" actId="20577"/>
          <ac:spMkLst>
            <pc:docMk/>
            <pc:sldMk cId="1046337223" sldId="334"/>
            <ac:spMk id="3" creationId="{80239B11-9D00-513C-B424-8B354FEE6A80}"/>
          </ac:spMkLst>
        </pc:spChg>
      </pc:sldChg>
      <pc:sldChg chg="modSp mod">
        <pc:chgData name="Procko, Tyler T." userId="34c324ce-7d86-42b7-9036-9ad78cae068d" providerId="ADAL" clId="{B648994A-EDE0-41C9-98DF-021736BDE05E}" dt="2025-04-21T02:01:53.523" v="1870" actId="20577"/>
        <pc:sldMkLst>
          <pc:docMk/>
          <pc:sldMk cId="907930184" sldId="335"/>
        </pc:sldMkLst>
        <pc:spChg chg="mod">
          <ac:chgData name="Procko, Tyler T." userId="34c324ce-7d86-42b7-9036-9ad78cae068d" providerId="ADAL" clId="{B648994A-EDE0-41C9-98DF-021736BDE05E}" dt="2025-04-21T02:01:53.523" v="1870" actId="20577"/>
          <ac:spMkLst>
            <pc:docMk/>
            <pc:sldMk cId="907930184" sldId="335"/>
            <ac:spMk id="3" creationId="{91BCCDF1-78E5-8280-CF37-47A594E6C4C8}"/>
          </ac:spMkLst>
        </pc:spChg>
      </pc:sldChg>
      <pc:sldChg chg="modSp mod">
        <pc:chgData name="Procko, Tyler T." userId="34c324ce-7d86-42b7-9036-9ad78cae068d" providerId="ADAL" clId="{B648994A-EDE0-41C9-98DF-021736BDE05E}" dt="2025-04-20T21:06:37.589" v="1829" actId="1076"/>
        <pc:sldMkLst>
          <pc:docMk/>
          <pc:sldMk cId="2286300095" sldId="336"/>
        </pc:sldMkLst>
        <pc:spChg chg="mod">
          <ac:chgData name="Procko, Tyler T." userId="34c324ce-7d86-42b7-9036-9ad78cae068d" providerId="ADAL" clId="{B648994A-EDE0-41C9-98DF-021736BDE05E}" dt="2025-04-19T21:19:34.370" v="623" actId="27636"/>
          <ac:spMkLst>
            <pc:docMk/>
            <pc:sldMk cId="2286300095" sldId="336"/>
            <ac:spMk id="3" creationId="{C7E584DD-10B2-8472-FB45-CA6D6DD08D71}"/>
          </ac:spMkLst>
        </pc:spChg>
        <pc:picChg chg="mod">
          <ac:chgData name="Procko, Tyler T." userId="34c324ce-7d86-42b7-9036-9ad78cae068d" providerId="ADAL" clId="{B648994A-EDE0-41C9-98DF-021736BDE05E}" dt="2025-04-20T21:06:37.589" v="1829" actId="1076"/>
          <ac:picMkLst>
            <pc:docMk/>
            <pc:sldMk cId="2286300095" sldId="336"/>
            <ac:picMk id="7" creationId="{D4B540FA-F1C0-DCFB-9A1B-BEF25B9C70F7}"/>
          </ac:picMkLst>
        </pc:picChg>
      </pc:sldChg>
      <pc:sldChg chg="modSp mod">
        <pc:chgData name="Procko, Tyler T." userId="34c324ce-7d86-42b7-9036-9ad78cae068d" providerId="ADAL" clId="{B648994A-EDE0-41C9-98DF-021736BDE05E}" dt="2025-04-20T21:03:57.306" v="1790" actId="6549"/>
        <pc:sldMkLst>
          <pc:docMk/>
          <pc:sldMk cId="1033971301" sldId="337"/>
        </pc:sldMkLst>
        <pc:spChg chg="mod">
          <ac:chgData name="Procko, Tyler T." userId="34c324ce-7d86-42b7-9036-9ad78cae068d" providerId="ADAL" clId="{B648994A-EDE0-41C9-98DF-021736BDE05E}" dt="2025-04-20T21:03:57.306" v="1790" actId="6549"/>
          <ac:spMkLst>
            <pc:docMk/>
            <pc:sldMk cId="1033971301" sldId="337"/>
            <ac:spMk id="3" creationId="{B3E5F1F0-B563-35DA-38A1-4E8FE126E27E}"/>
          </ac:spMkLst>
        </pc:spChg>
        <pc:spChg chg="mod">
          <ac:chgData name="Procko, Tyler T." userId="34c324ce-7d86-42b7-9036-9ad78cae068d" providerId="ADAL" clId="{B648994A-EDE0-41C9-98DF-021736BDE05E}" dt="2025-04-19T21:30:04.139" v="791" actId="114"/>
          <ac:spMkLst>
            <pc:docMk/>
            <pc:sldMk cId="1033971301" sldId="337"/>
            <ac:spMk id="13" creationId="{D1AD713B-E9D9-D40C-130A-A4A0DECBF146}"/>
          </ac:spMkLst>
        </pc:spChg>
      </pc:sldChg>
      <pc:sldChg chg="modSp mod">
        <pc:chgData name="Procko, Tyler T." userId="34c324ce-7d86-42b7-9036-9ad78cae068d" providerId="ADAL" clId="{B648994A-EDE0-41C9-98DF-021736BDE05E}" dt="2025-04-19T21:31:40.526" v="800" actId="20577"/>
        <pc:sldMkLst>
          <pc:docMk/>
          <pc:sldMk cId="471721801" sldId="338"/>
        </pc:sldMkLst>
        <pc:spChg chg="mod">
          <ac:chgData name="Procko, Tyler T." userId="34c324ce-7d86-42b7-9036-9ad78cae068d" providerId="ADAL" clId="{B648994A-EDE0-41C9-98DF-021736BDE05E}" dt="2025-04-19T21:31:40.526" v="800" actId="20577"/>
          <ac:spMkLst>
            <pc:docMk/>
            <pc:sldMk cId="471721801" sldId="338"/>
            <ac:spMk id="3" creationId="{780B28BC-BCED-0222-32A1-EA392BB93357}"/>
          </ac:spMkLst>
        </pc:spChg>
        <pc:spChg chg="mod">
          <ac:chgData name="Procko, Tyler T." userId="34c324ce-7d86-42b7-9036-9ad78cae068d" providerId="ADAL" clId="{B648994A-EDE0-41C9-98DF-021736BDE05E}" dt="2025-04-19T21:30:07.097" v="792" actId="114"/>
          <ac:spMkLst>
            <pc:docMk/>
            <pc:sldMk cId="471721801" sldId="338"/>
            <ac:spMk id="9" creationId="{F5A754D3-9DA6-082B-8A82-C483EA841378}"/>
          </ac:spMkLst>
        </pc:spChg>
      </pc:sldChg>
      <pc:sldChg chg="modSp mod modNotesTx">
        <pc:chgData name="Procko, Tyler T." userId="34c324ce-7d86-42b7-9036-9ad78cae068d" providerId="ADAL" clId="{B648994A-EDE0-41C9-98DF-021736BDE05E}" dt="2025-04-19T21:28:56.310" v="775"/>
        <pc:sldMkLst>
          <pc:docMk/>
          <pc:sldMk cId="647332558" sldId="339"/>
        </pc:sldMkLst>
        <pc:spChg chg="mod">
          <ac:chgData name="Procko, Tyler T." userId="34c324ce-7d86-42b7-9036-9ad78cae068d" providerId="ADAL" clId="{B648994A-EDE0-41C9-98DF-021736BDE05E}" dt="2025-04-19T21:28:54.971" v="773" actId="21"/>
          <ac:spMkLst>
            <pc:docMk/>
            <pc:sldMk cId="647332558" sldId="339"/>
            <ac:spMk id="3" creationId="{0CC67256-6364-AD0E-908D-59700F79887C}"/>
          </ac:spMkLst>
        </pc:spChg>
      </pc:sldChg>
      <pc:sldChg chg="modSp mod">
        <pc:chgData name="Procko, Tyler T." userId="34c324ce-7d86-42b7-9036-9ad78cae068d" providerId="ADAL" clId="{B648994A-EDE0-41C9-98DF-021736BDE05E}" dt="2025-04-21T02:02:28.587" v="1877" actId="20577"/>
        <pc:sldMkLst>
          <pc:docMk/>
          <pc:sldMk cId="2900779348" sldId="340"/>
        </pc:sldMkLst>
        <pc:spChg chg="mod">
          <ac:chgData name="Procko, Tyler T." userId="34c324ce-7d86-42b7-9036-9ad78cae068d" providerId="ADAL" clId="{B648994A-EDE0-41C9-98DF-021736BDE05E}" dt="2025-04-21T02:02:28.587" v="1877" actId="20577"/>
          <ac:spMkLst>
            <pc:docMk/>
            <pc:sldMk cId="2900779348" sldId="340"/>
            <ac:spMk id="3" creationId="{57063765-D8DC-AA59-BEF0-AE3AE86A40E3}"/>
          </ac:spMkLst>
        </pc:spChg>
        <pc:picChg chg="mod">
          <ac:chgData name="Procko, Tyler T." userId="34c324ce-7d86-42b7-9036-9ad78cae068d" providerId="ADAL" clId="{B648994A-EDE0-41C9-98DF-021736BDE05E}" dt="2025-04-20T21:03:16.017" v="1775" actId="1076"/>
          <ac:picMkLst>
            <pc:docMk/>
            <pc:sldMk cId="2900779348" sldId="340"/>
            <ac:picMk id="7" creationId="{F1B94E63-CAD7-13CD-6E35-93E1C0DC33AE}"/>
          </ac:picMkLst>
        </pc:picChg>
      </pc:sldChg>
      <pc:sldChg chg="del">
        <pc:chgData name="Procko, Tyler T." userId="34c324ce-7d86-42b7-9036-9ad78cae068d" providerId="ADAL" clId="{B648994A-EDE0-41C9-98DF-021736BDE05E}" dt="2025-04-19T21:38:01.007" v="928" actId="47"/>
        <pc:sldMkLst>
          <pc:docMk/>
          <pc:sldMk cId="2711814648" sldId="341"/>
        </pc:sldMkLst>
      </pc:sldChg>
      <pc:sldChg chg="modSp mod modNotesTx">
        <pc:chgData name="Procko, Tyler T." userId="34c324ce-7d86-42b7-9036-9ad78cae068d" providerId="ADAL" clId="{B648994A-EDE0-41C9-98DF-021736BDE05E}" dt="2025-04-19T23:04:55.232" v="1411" actId="20577"/>
        <pc:sldMkLst>
          <pc:docMk/>
          <pc:sldMk cId="3449203914" sldId="342"/>
        </pc:sldMkLst>
        <pc:spChg chg="mod">
          <ac:chgData name="Procko, Tyler T." userId="34c324ce-7d86-42b7-9036-9ad78cae068d" providerId="ADAL" clId="{B648994A-EDE0-41C9-98DF-021736BDE05E}" dt="2025-04-19T23:04:55.232" v="1411" actId="20577"/>
          <ac:spMkLst>
            <pc:docMk/>
            <pc:sldMk cId="3449203914" sldId="342"/>
            <ac:spMk id="3" creationId="{546230FF-2402-DD6A-AED4-3AE9564D4B50}"/>
          </ac:spMkLst>
        </pc:spChg>
      </pc:sldChg>
      <pc:sldChg chg="modSp mod modNotesTx">
        <pc:chgData name="Procko, Tyler T." userId="34c324ce-7d86-42b7-9036-9ad78cae068d" providerId="ADAL" clId="{B648994A-EDE0-41C9-98DF-021736BDE05E}" dt="2025-04-19T21:35:48.447" v="876" actId="20577"/>
        <pc:sldMkLst>
          <pc:docMk/>
          <pc:sldMk cId="1506493359" sldId="346"/>
        </pc:sldMkLst>
        <pc:spChg chg="mod">
          <ac:chgData name="Procko, Tyler T." userId="34c324ce-7d86-42b7-9036-9ad78cae068d" providerId="ADAL" clId="{B648994A-EDE0-41C9-98DF-021736BDE05E}" dt="2025-04-19T21:35:41.231" v="834" actId="21"/>
          <ac:spMkLst>
            <pc:docMk/>
            <pc:sldMk cId="1506493359" sldId="346"/>
            <ac:spMk id="3" creationId="{87C44308-6F8A-99F4-E3D1-A060A71CFE2D}"/>
          </ac:spMkLst>
        </pc:spChg>
      </pc:sldChg>
      <pc:sldChg chg="modSp mod">
        <pc:chgData name="Procko, Tyler T." userId="34c324ce-7d86-42b7-9036-9ad78cae068d" providerId="ADAL" clId="{B648994A-EDE0-41C9-98DF-021736BDE05E}" dt="2025-04-19T23:08:15.312" v="1471" actId="27636"/>
        <pc:sldMkLst>
          <pc:docMk/>
          <pc:sldMk cId="4090474834" sldId="347"/>
        </pc:sldMkLst>
        <pc:spChg chg="mod">
          <ac:chgData name="Procko, Tyler T." userId="34c324ce-7d86-42b7-9036-9ad78cae068d" providerId="ADAL" clId="{B648994A-EDE0-41C9-98DF-021736BDE05E}" dt="2025-04-19T23:08:15.312" v="1471" actId="27636"/>
          <ac:spMkLst>
            <pc:docMk/>
            <pc:sldMk cId="4090474834" sldId="347"/>
            <ac:spMk id="3" creationId="{634F74A7-B667-53D9-1706-6E42C946F236}"/>
          </ac:spMkLst>
        </pc:spChg>
      </pc:sldChg>
      <pc:sldChg chg="modSp mod">
        <pc:chgData name="Procko, Tyler T." userId="34c324ce-7d86-42b7-9036-9ad78cae068d" providerId="ADAL" clId="{B648994A-EDE0-41C9-98DF-021736BDE05E}" dt="2025-04-20T20:55:35.135" v="1487" actId="208"/>
        <pc:sldMkLst>
          <pc:docMk/>
          <pc:sldMk cId="3783917974" sldId="349"/>
        </pc:sldMkLst>
        <pc:picChg chg="mod">
          <ac:chgData name="Procko, Tyler T." userId="34c324ce-7d86-42b7-9036-9ad78cae068d" providerId="ADAL" clId="{B648994A-EDE0-41C9-98DF-021736BDE05E}" dt="2025-04-20T20:55:35.135" v="1487" actId="208"/>
          <ac:picMkLst>
            <pc:docMk/>
            <pc:sldMk cId="3783917974" sldId="349"/>
            <ac:picMk id="8" creationId="{727855A5-F801-F556-7072-69DDA088CE7A}"/>
          </ac:picMkLst>
        </pc:picChg>
      </pc:sldChg>
      <pc:sldChg chg="modSp mod">
        <pc:chgData name="Procko, Tyler T." userId="34c324ce-7d86-42b7-9036-9ad78cae068d" providerId="ADAL" clId="{B648994A-EDE0-41C9-98DF-021736BDE05E}" dt="2025-04-20T21:06:25.038" v="1827" actId="20577"/>
        <pc:sldMkLst>
          <pc:docMk/>
          <pc:sldMk cId="1486615612" sldId="350"/>
        </pc:sldMkLst>
        <pc:spChg chg="mod">
          <ac:chgData name="Procko, Tyler T." userId="34c324ce-7d86-42b7-9036-9ad78cae068d" providerId="ADAL" clId="{B648994A-EDE0-41C9-98DF-021736BDE05E}" dt="2025-04-20T21:06:25.038" v="1827" actId="20577"/>
          <ac:spMkLst>
            <pc:docMk/>
            <pc:sldMk cId="1486615612" sldId="350"/>
            <ac:spMk id="3" creationId="{63177686-E33E-ABE2-24F5-1C2D3F27FB29}"/>
          </ac:spMkLst>
        </pc:spChg>
        <pc:picChg chg="mod">
          <ac:chgData name="Procko, Tyler T." userId="34c324ce-7d86-42b7-9036-9ad78cae068d" providerId="ADAL" clId="{B648994A-EDE0-41C9-98DF-021736BDE05E}" dt="2025-04-20T21:05:45.177" v="1809" actId="1076"/>
          <ac:picMkLst>
            <pc:docMk/>
            <pc:sldMk cId="1486615612" sldId="350"/>
            <ac:picMk id="8" creationId="{25222A00-073E-238C-17B6-60E4A9B9B8D2}"/>
          </ac:picMkLst>
        </pc:picChg>
        <pc:picChg chg="mod">
          <ac:chgData name="Procko, Tyler T." userId="34c324ce-7d86-42b7-9036-9ad78cae068d" providerId="ADAL" clId="{B648994A-EDE0-41C9-98DF-021736BDE05E}" dt="2025-04-19T21:23:36.988" v="686" actId="1076"/>
          <ac:picMkLst>
            <pc:docMk/>
            <pc:sldMk cId="1486615612" sldId="350"/>
            <ac:picMk id="10" creationId="{D2445A4D-3BC4-6D1A-9DB9-7C17AACD85D5}"/>
          </ac:picMkLst>
        </pc:picChg>
      </pc:sldChg>
      <pc:sldChg chg="modSp mod">
        <pc:chgData name="Procko, Tyler T." userId="34c324ce-7d86-42b7-9036-9ad78cae068d" providerId="ADAL" clId="{B648994A-EDE0-41C9-98DF-021736BDE05E}" dt="2025-04-20T20:56:48.069" v="1497" actId="20577"/>
        <pc:sldMkLst>
          <pc:docMk/>
          <pc:sldMk cId="3079644435" sldId="352"/>
        </pc:sldMkLst>
        <pc:spChg chg="mod">
          <ac:chgData name="Procko, Tyler T." userId="34c324ce-7d86-42b7-9036-9ad78cae068d" providerId="ADAL" clId="{B648994A-EDE0-41C9-98DF-021736BDE05E}" dt="2025-04-19T21:42:05.293" v="998" actId="12"/>
          <ac:spMkLst>
            <pc:docMk/>
            <pc:sldMk cId="3079644435" sldId="352"/>
            <ac:spMk id="8" creationId="{F32F4FE4-D770-7C4F-0D52-BE412DD8AADA}"/>
          </ac:spMkLst>
        </pc:spChg>
        <pc:graphicFrameChg chg="modGraphic">
          <ac:chgData name="Procko, Tyler T." userId="34c324ce-7d86-42b7-9036-9ad78cae068d" providerId="ADAL" clId="{B648994A-EDE0-41C9-98DF-021736BDE05E}" dt="2025-04-20T20:56:48.069" v="1497" actId="20577"/>
          <ac:graphicFrameMkLst>
            <pc:docMk/>
            <pc:sldMk cId="3079644435" sldId="352"/>
            <ac:graphicFrameMk id="7" creationId="{ECBBF4DD-40B9-B809-F379-3C365036BFE3}"/>
          </ac:graphicFrameMkLst>
        </pc:graphicFrameChg>
      </pc:sldChg>
      <pc:sldChg chg="modSp mod modNotesTx">
        <pc:chgData name="Procko, Tyler T." userId="34c324ce-7d86-42b7-9036-9ad78cae068d" providerId="ADAL" clId="{B648994A-EDE0-41C9-98DF-021736BDE05E}" dt="2025-04-19T22:49:58.354" v="1135" actId="20577"/>
        <pc:sldMkLst>
          <pc:docMk/>
          <pc:sldMk cId="4177004333" sldId="355"/>
        </pc:sldMkLst>
        <pc:spChg chg="mod">
          <ac:chgData name="Procko, Tyler T." userId="34c324ce-7d86-42b7-9036-9ad78cae068d" providerId="ADAL" clId="{B648994A-EDE0-41C9-98DF-021736BDE05E}" dt="2025-04-19T22:49:58.354" v="1135" actId="20577"/>
          <ac:spMkLst>
            <pc:docMk/>
            <pc:sldMk cId="4177004333" sldId="355"/>
            <ac:spMk id="3" creationId="{D3DA8DA9-C393-1E63-6755-1E337A3E982D}"/>
          </ac:spMkLst>
        </pc:spChg>
      </pc:sldChg>
      <pc:sldChg chg="modSp mod">
        <pc:chgData name="Procko, Tyler T." userId="34c324ce-7d86-42b7-9036-9ad78cae068d" providerId="ADAL" clId="{B648994A-EDE0-41C9-98DF-021736BDE05E}" dt="2025-04-20T20:57:22.349" v="1501" actId="403"/>
        <pc:sldMkLst>
          <pc:docMk/>
          <pc:sldMk cId="2022448253" sldId="359"/>
        </pc:sldMkLst>
        <pc:graphicFrameChg chg="mod modGraphic">
          <ac:chgData name="Procko, Tyler T." userId="34c324ce-7d86-42b7-9036-9ad78cae068d" providerId="ADAL" clId="{B648994A-EDE0-41C9-98DF-021736BDE05E}" dt="2025-04-20T20:57:22.349" v="1501" actId="403"/>
          <ac:graphicFrameMkLst>
            <pc:docMk/>
            <pc:sldMk cId="2022448253" sldId="359"/>
            <ac:graphicFrameMk id="7" creationId="{434C96FF-2212-ADB3-6E5D-5FA8721CB2DF}"/>
          </ac:graphicFrameMkLst>
        </pc:graphicFrameChg>
      </pc:sldChg>
      <pc:sldChg chg="modSp mod">
        <pc:chgData name="Procko, Tyler T." userId="34c324ce-7d86-42b7-9036-9ad78cae068d" providerId="ADAL" clId="{B648994A-EDE0-41C9-98DF-021736BDE05E}" dt="2025-04-20T21:00:48.397" v="1648" actId="20577"/>
        <pc:sldMkLst>
          <pc:docMk/>
          <pc:sldMk cId="1930073288" sldId="361"/>
        </pc:sldMkLst>
        <pc:spChg chg="mod">
          <ac:chgData name="Procko, Tyler T." userId="34c324ce-7d86-42b7-9036-9ad78cae068d" providerId="ADAL" clId="{B648994A-EDE0-41C9-98DF-021736BDE05E}" dt="2025-04-20T21:00:48.397" v="1648" actId="20577"/>
          <ac:spMkLst>
            <pc:docMk/>
            <pc:sldMk cId="1930073288" sldId="361"/>
            <ac:spMk id="3" creationId="{E299D393-40BE-24BF-6D67-A76A48A5ED27}"/>
          </ac:spMkLst>
        </pc:spChg>
      </pc:sldChg>
      <pc:sldChg chg="modSp mod">
        <pc:chgData name="Procko, Tyler T." userId="34c324ce-7d86-42b7-9036-9ad78cae068d" providerId="ADAL" clId="{B648994A-EDE0-41C9-98DF-021736BDE05E}" dt="2025-04-20T21:08:20.945" v="1845" actId="14734"/>
        <pc:sldMkLst>
          <pc:docMk/>
          <pc:sldMk cId="1734592654" sldId="362"/>
        </pc:sldMkLst>
        <pc:graphicFrameChg chg="mod modGraphic">
          <ac:chgData name="Procko, Tyler T." userId="34c324ce-7d86-42b7-9036-9ad78cae068d" providerId="ADAL" clId="{B648994A-EDE0-41C9-98DF-021736BDE05E}" dt="2025-04-20T21:08:20.945" v="1845" actId="14734"/>
          <ac:graphicFrameMkLst>
            <pc:docMk/>
            <pc:sldMk cId="1734592654" sldId="362"/>
            <ac:graphicFrameMk id="7" creationId="{BC56F33D-AB0D-5995-EB46-099F8DFA92D4}"/>
          </ac:graphicFrameMkLst>
        </pc:graphicFrameChg>
      </pc:sldChg>
      <pc:sldChg chg="modSp mod">
        <pc:chgData name="Procko, Tyler T." userId="34c324ce-7d86-42b7-9036-9ad78cae068d" providerId="ADAL" clId="{B648994A-EDE0-41C9-98DF-021736BDE05E}" dt="2025-04-20T21:02:10.302" v="1766" actId="20577"/>
        <pc:sldMkLst>
          <pc:docMk/>
          <pc:sldMk cId="928557944" sldId="363"/>
        </pc:sldMkLst>
        <pc:spChg chg="mod">
          <ac:chgData name="Procko, Tyler T." userId="34c324ce-7d86-42b7-9036-9ad78cae068d" providerId="ADAL" clId="{B648994A-EDE0-41C9-98DF-021736BDE05E}" dt="2025-04-19T23:01:57.864" v="1244" actId="20577"/>
          <ac:spMkLst>
            <pc:docMk/>
            <pc:sldMk cId="928557944" sldId="363"/>
            <ac:spMk id="2" creationId="{EA1C9181-517A-27D8-0B8F-0A137AC77175}"/>
          </ac:spMkLst>
        </pc:spChg>
        <pc:spChg chg="mod">
          <ac:chgData name="Procko, Tyler T." userId="34c324ce-7d86-42b7-9036-9ad78cae068d" providerId="ADAL" clId="{B648994A-EDE0-41C9-98DF-021736BDE05E}" dt="2025-04-20T21:02:10.302" v="1766" actId="20577"/>
          <ac:spMkLst>
            <pc:docMk/>
            <pc:sldMk cId="928557944" sldId="363"/>
            <ac:spMk id="3" creationId="{04FDCD97-8F4F-F502-746A-49A25209C418}"/>
          </ac:spMkLst>
        </pc:spChg>
      </pc:sldChg>
      <pc:sldChg chg="addSp delSp modSp mod">
        <pc:chgData name="Procko, Tyler T." userId="34c324ce-7d86-42b7-9036-9ad78cae068d" providerId="ADAL" clId="{B648994A-EDE0-41C9-98DF-021736BDE05E}" dt="2025-04-19T22:50:14.187" v="1137" actId="478"/>
        <pc:sldMkLst>
          <pc:docMk/>
          <pc:sldMk cId="283229294" sldId="364"/>
        </pc:sldMkLst>
      </pc:sldChg>
      <pc:sldChg chg="addSp delSp modSp add mod">
        <pc:chgData name="Procko, Tyler T." userId="34c324ce-7d86-42b7-9036-9ad78cae068d" providerId="ADAL" clId="{B648994A-EDE0-41C9-98DF-021736BDE05E}" dt="2025-04-21T14:40:23.767" v="1888" actId="1076"/>
        <pc:sldMkLst>
          <pc:docMk/>
          <pc:sldMk cId="4255127804" sldId="367"/>
        </pc:sldMkLst>
        <pc:picChg chg="add mod">
          <ac:chgData name="Procko, Tyler T." userId="34c324ce-7d86-42b7-9036-9ad78cae068d" providerId="ADAL" clId="{B648994A-EDE0-41C9-98DF-021736BDE05E}" dt="2025-04-21T14:40:23.767" v="1888" actId="1076"/>
          <ac:picMkLst>
            <pc:docMk/>
            <pc:sldMk cId="4255127804" sldId="367"/>
            <ac:picMk id="2" creationId="{7FE5D6AE-52F8-2AD1-6155-29B38C24CCAD}"/>
          </ac:picMkLst>
        </pc:picChg>
        <pc:picChg chg="del mod">
          <ac:chgData name="Procko, Tyler T." userId="34c324ce-7d86-42b7-9036-9ad78cae068d" providerId="ADAL" clId="{B648994A-EDE0-41C9-98DF-021736BDE05E}" dt="2025-04-21T14:40:05.041" v="1881" actId="478"/>
          <ac:picMkLst>
            <pc:docMk/>
            <pc:sldMk cId="4255127804" sldId="367"/>
            <ac:picMk id="7" creationId="{EF7729E0-64FC-4DC9-CB37-283ADD094165}"/>
          </ac:picMkLst>
        </pc:picChg>
      </pc:sldChg>
    </pc:docChg>
  </pc:docChgLst>
  <pc:docChgLst>
    <pc:chgData name="Procko, Tyler T." userId="34c324ce-7d86-42b7-9036-9ad78cae068d" providerId="ADAL" clId="{DBF56171-7A1B-4489-9201-EF9041093E1A}"/>
    <pc:docChg chg="undo custSel addSld delSld modSld sldOrd">
      <pc:chgData name="Procko, Tyler T." userId="34c324ce-7d86-42b7-9036-9ad78cae068d" providerId="ADAL" clId="{DBF56171-7A1B-4489-9201-EF9041093E1A}" dt="2025-02-06T21:27:58.787" v="1264" actId="20577"/>
      <pc:docMkLst>
        <pc:docMk/>
      </pc:docMkLst>
      <pc:sldChg chg="modSp mod">
        <pc:chgData name="Procko, Tyler T." userId="34c324ce-7d86-42b7-9036-9ad78cae068d" providerId="ADAL" clId="{DBF56171-7A1B-4489-9201-EF9041093E1A}" dt="2025-02-06T20:32:45.606" v="406" actId="1076"/>
        <pc:sldMkLst>
          <pc:docMk/>
          <pc:sldMk cId="117836120" sldId="257"/>
        </pc:sldMkLst>
      </pc:sldChg>
      <pc:sldChg chg="modSp mod ord">
        <pc:chgData name="Procko, Tyler T." userId="34c324ce-7d86-42b7-9036-9ad78cae068d" providerId="ADAL" clId="{DBF56171-7A1B-4489-9201-EF9041093E1A}" dt="2025-02-06T20:12:29.046" v="17" actId="20577"/>
        <pc:sldMkLst>
          <pc:docMk/>
          <pc:sldMk cId="2208195962" sldId="265"/>
        </pc:sldMkLst>
      </pc:sldChg>
      <pc:sldChg chg="modSp mod">
        <pc:chgData name="Procko, Tyler T." userId="34c324ce-7d86-42b7-9036-9ad78cae068d" providerId="ADAL" clId="{DBF56171-7A1B-4489-9201-EF9041093E1A}" dt="2025-02-06T21:27:58.787" v="1264" actId="20577"/>
        <pc:sldMkLst>
          <pc:docMk/>
          <pc:sldMk cId="3273915239" sldId="275"/>
        </pc:sldMkLst>
      </pc:sldChg>
      <pc:sldChg chg="modSp mod">
        <pc:chgData name="Procko, Tyler T." userId="34c324ce-7d86-42b7-9036-9ad78cae068d" providerId="ADAL" clId="{DBF56171-7A1B-4489-9201-EF9041093E1A}" dt="2025-02-06T20:10:32.631" v="4" actId="20577"/>
        <pc:sldMkLst>
          <pc:docMk/>
          <pc:sldMk cId="2217597757" sldId="276"/>
        </pc:sldMkLst>
      </pc:sldChg>
      <pc:sldChg chg="modSp mod">
        <pc:chgData name="Procko, Tyler T." userId="34c324ce-7d86-42b7-9036-9ad78cae068d" providerId="ADAL" clId="{DBF56171-7A1B-4489-9201-EF9041093E1A}" dt="2025-02-06T21:15:08.129" v="584" actId="5793"/>
        <pc:sldMkLst>
          <pc:docMk/>
          <pc:sldMk cId="1273326989" sldId="282"/>
        </pc:sldMkLst>
      </pc:sldChg>
      <pc:sldChg chg="modSp mod">
        <pc:chgData name="Procko, Tyler T." userId="34c324ce-7d86-42b7-9036-9ad78cae068d" providerId="ADAL" clId="{DBF56171-7A1B-4489-9201-EF9041093E1A}" dt="2025-02-06T20:33:24.892" v="422" actId="20577"/>
        <pc:sldMkLst>
          <pc:docMk/>
          <pc:sldMk cId="1932367679" sldId="284"/>
        </pc:sldMkLst>
      </pc:sldChg>
      <pc:sldChg chg="addSp modSp new mod">
        <pc:chgData name="Procko, Tyler T." userId="34c324ce-7d86-42b7-9036-9ad78cae068d" providerId="ADAL" clId="{DBF56171-7A1B-4489-9201-EF9041093E1A}" dt="2025-02-06T20:31:59.183" v="321" actId="20577"/>
        <pc:sldMkLst>
          <pc:docMk/>
          <pc:sldMk cId="2833116971" sldId="285"/>
        </pc:sldMkLst>
      </pc:sldChg>
      <pc:sldChg chg="add del">
        <pc:chgData name="Procko, Tyler T." userId="34c324ce-7d86-42b7-9036-9ad78cae068d" providerId="ADAL" clId="{DBF56171-7A1B-4489-9201-EF9041093E1A}" dt="2025-02-06T20:33:53.809" v="424"/>
        <pc:sldMkLst>
          <pc:docMk/>
          <pc:sldMk cId="3242770895" sldId="286"/>
        </pc:sldMkLst>
      </pc:sldChg>
      <pc:sldChg chg="modSp add mod ord">
        <pc:chgData name="Procko, Tyler T." userId="34c324ce-7d86-42b7-9036-9ad78cae068d" providerId="ADAL" clId="{DBF56171-7A1B-4489-9201-EF9041093E1A}" dt="2025-02-06T21:07:38.957" v="546" actId="20577"/>
        <pc:sldMkLst>
          <pc:docMk/>
          <pc:sldMk cId="3327463070" sldId="286"/>
        </pc:sldMkLst>
      </pc:sldChg>
      <pc:sldChg chg="modSp add mod">
        <pc:chgData name="Procko, Tyler T." userId="34c324ce-7d86-42b7-9036-9ad78cae068d" providerId="ADAL" clId="{DBF56171-7A1B-4489-9201-EF9041093E1A}" dt="2025-02-06T21:16:36.426" v="863" actId="20577"/>
        <pc:sldMkLst>
          <pc:docMk/>
          <pc:sldMk cId="4079684566" sldId="287"/>
        </pc:sldMkLst>
      </pc:sldChg>
      <pc:sldChg chg="addSp delSp modSp add mod">
        <pc:chgData name="Procko, Tyler T." userId="34c324ce-7d86-42b7-9036-9ad78cae068d" providerId="ADAL" clId="{DBF56171-7A1B-4489-9201-EF9041093E1A}" dt="2025-02-06T21:27:35.995" v="1251" actId="1076"/>
        <pc:sldMkLst>
          <pc:docMk/>
          <pc:sldMk cId="2006570022" sldId="288"/>
        </pc:sldMkLst>
      </pc:sldChg>
    </pc:docChg>
  </pc:docChgLst>
  <pc:docChgLst>
    <pc:chgData name="Procko, Tyler T." userId="34c324ce-7d86-42b7-9036-9ad78cae068d" providerId="ADAL" clId="{85AB0D61-CD8B-4BD2-82BC-49F02AF301FD}"/>
    <pc:docChg chg="undo redo custSel addSld delSld modSld sldOrd addSection delSection">
      <pc:chgData name="Procko, Tyler T." userId="34c324ce-7d86-42b7-9036-9ad78cae068d" providerId="ADAL" clId="{85AB0D61-CD8B-4BD2-82BC-49F02AF301FD}" dt="2025-04-20T01:16:12.322" v="11794" actId="27636"/>
      <pc:docMkLst>
        <pc:docMk/>
      </pc:docMkLst>
      <pc:sldChg chg="addSp modSp mod">
        <pc:chgData name="Procko, Tyler T." userId="34c324ce-7d86-42b7-9036-9ad78cae068d" providerId="ADAL" clId="{85AB0D61-CD8B-4BD2-82BC-49F02AF301FD}" dt="2025-04-18T20:35:59.942" v="1795" actId="207"/>
        <pc:sldMkLst>
          <pc:docMk/>
          <pc:sldMk cId="74147650" sldId="256"/>
        </pc:sldMkLst>
        <pc:spChg chg="mod">
          <ac:chgData name="Procko, Tyler T." userId="34c324ce-7d86-42b7-9036-9ad78cae068d" providerId="ADAL" clId="{85AB0D61-CD8B-4BD2-82BC-49F02AF301FD}" dt="2025-04-14T04:10:29.073" v="251" actId="114"/>
          <ac:spMkLst>
            <pc:docMk/>
            <pc:sldMk cId="74147650" sldId="256"/>
            <ac:spMk id="2" creationId="{C6AD3EDF-E8AE-649A-5EEE-1B0779B669EC}"/>
          </ac:spMkLst>
        </pc:spChg>
        <pc:spChg chg="mod">
          <ac:chgData name="Procko, Tyler T." userId="34c324ce-7d86-42b7-9036-9ad78cae068d" providerId="ADAL" clId="{85AB0D61-CD8B-4BD2-82BC-49F02AF301FD}" dt="2025-04-18T20:35:59.942" v="1795" actId="207"/>
          <ac:spMkLst>
            <pc:docMk/>
            <pc:sldMk cId="74147650" sldId="256"/>
            <ac:spMk id="3" creationId="{2A7F85D6-CCD7-5761-9F62-4F887F6C5399}"/>
          </ac:spMkLst>
        </pc:spChg>
        <pc:picChg chg="add mod">
          <ac:chgData name="Procko, Tyler T." userId="34c324ce-7d86-42b7-9036-9ad78cae068d" providerId="ADAL" clId="{85AB0D61-CD8B-4BD2-82BC-49F02AF301FD}" dt="2025-04-16T13:15:33.599" v="454" actId="1076"/>
          <ac:picMkLst>
            <pc:docMk/>
            <pc:sldMk cId="74147650" sldId="256"/>
            <ac:picMk id="4" creationId="{346168D3-725E-8EA1-B6BB-4FBC04176073}"/>
          </ac:picMkLst>
        </pc:picChg>
        <pc:picChg chg="add mod modCrop">
          <ac:chgData name="Procko, Tyler T." userId="34c324ce-7d86-42b7-9036-9ad78cae068d" providerId="ADAL" clId="{85AB0D61-CD8B-4BD2-82BC-49F02AF301FD}" dt="2025-04-16T13:15:27.988" v="453" actId="1076"/>
          <ac:picMkLst>
            <pc:docMk/>
            <pc:sldMk cId="74147650" sldId="256"/>
            <ac:picMk id="5" creationId="{E4C5C2B4-1923-4491-8EA5-1281CDA86442}"/>
          </ac:picMkLst>
        </pc:picChg>
      </pc:sldChg>
      <pc:sldChg chg="del">
        <pc:chgData name="Procko, Tyler T." userId="34c324ce-7d86-42b7-9036-9ad78cae068d" providerId="ADAL" clId="{85AB0D61-CD8B-4BD2-82BC-49F02AF301FD}" dt="2025-04-19T15:18:39.345" v="7602" actId="47"/>
        <pc:sldMkLst>
          <pc:docMk/>
          <pc:sldMk cId="117836120" sldId="257"/>
        </pc:sldMkLst>
      </pc:sldChg>
      <pc:sldChg chg="modSp del mod">
        <pc:chgData name="Procko, Tyler T." userId="34c324ce-7d86-42b7-9036-9ad78cae068d" providerId="ADAL" clId="{85AB0D61-CD8B-4BD2-82BC-49F02AF301FD}" dt="2025-04-19T13:01:08.360" v="4744" actId="47"/>
        <pc:sldMkLst>
          <pc:docMk/>
          <pc:sldMk cId="884184242" sldId="258"/>
        </pc:sldMkLst>
      </pc:sldChg>
      <pc:sldChg chg="del">
        <pc:chgData name="Procko, Tyler T." userId="34c324ce-7d86-42b7-9036-9ad78cae068d" providerId="ADAL" clId="{85AB0D61-CD8B-4BD2-82BC-49F02AF301FD}" dt="2025-04-18T23:25:32.190" v="3111" actId="47"/>
        <pc:sldMkLst>
          <pc:docMk/>
          <pc:sldMk cId="2516246542" sldId="259"/>
        </pc:sldMkLst>
      </pc:sldChg>
      <pc:sldChg chg="del">
        <pc:chgData name="Procko, Tyler T." userId="34c324ce-7d86-42b7-9036-9ad78cae068d" providerId="ADAL" clId="{85AB0D61-CD8B-4BD2-82BC-49F02AF301FD}" dt="2025-04-19T13:01:15.176" v="4745" actId="47"/>
        <pc:sldMkLst>
          <pc:docMk/>
          <pc:sldMk cId="162836664" sldId="260"/>
        </pc:sldMkLst>
      </pc:sldChg>
      <pc:sldChg chg="del">
        <pc:chgData name="Procko, Tyler T." userId="34c324ce-7d86-42b7-9036-9ad78cae068d" providerId="ADAL" clId="{85AB0D61-CD8B-4BD2-82BC-49F02AF301FD}" dt="2025-04-19T15:19:24.547" v="7610" actId="47"/>
        <pc:sldMkLst>
          <pc:docMk/>
          <pc:sldMk cId="1779599126" sldId="261"/>
        </pc:sldMkLst>
      </pc:sldChg>
      <pc:sldChg chg="del">
        <pc:chgData name="Procko, Tyler T." userId="34c324ce-7d86-42b7-9036-9ad78cae068d" providerId="ADAL" clId="{85AB0D61-CD8B-4BD2-82BC-49F02AF301FD}" dt="2025-04-19T13:31:55.249" v="5530" actId="47"/>
        <pc:sldMkLst>
          <pc:docMk/>
          <pc:sldMk cId="3057958354" sldId="262"/>
        </pc:sldMkLst>
      </pc:sldChg>
      <pc:sldChg chg="del">
        <pc:chgData name="Procko, Tyler T." userId="34c324ce-7d86-42b7-9036-9ad78cae068d" providerId="ADAL" clId="{85AB0D61-CD8B-4BD2-82BC-49F02AF301FD}" dt="2025-04-19T13:31:51.034" v="5528" actId="47"/>
        <pc:sldMkLst>
          <pc:docMk/>
          <pc:sldMk cId="1674817219" sldId="263"/>
        </pc:sldMkLst>
      </pc:sldChg>
      <pc:sldChg chg="del">
        <pc:chgData name="Procko, Tyler T." userId="34c324ce-7d86-42b7-9036-9ad78cae068d" providerId="ADAL" clId="{85AB0D61-CD8B-4BD2-82BC-49F02AF301FD}" dt="2025-04-19T13:32:51.046" v="5568" actId="47"/>
        <pc:sldMkLst>
          <pc:docMk/>
          <pc:sldMk cId="2208195962" sldId="265"/>
        </pc:sldMkLst>
      </pc:sldChg>
      <pc:sldChg chg="del">
        <pc:chgData name="Procko, Tyler T." userId="34c324ce-7d86-42b7-9036-9ad78cae068d" providerId="ADAL" clId="{85AB0D61-CD8B-4BD2-82BC-49F02AF301FD}" dt="2025-04-19T15:20:16.069" v="7613" actId="47"/>
        <pc:sldMkLst>
          <pc:docMk/>
          <pc:sldMk cId="3412311592" sldId="266"/>
        </pc:sldMkLst>
      </pc:sldChg>
      <pc:sldChg chg="del">
        <pc:chgData name="Procko, Tyler T." userId="34c324ce-7d86-42b7-9036-9ad78cae068d" providerId="ADAL" clId="{85AB0D61-CD8B-4BD2-82BC-49F02AF301FD}" dt="2025-04-19T17:22:22.154" v="8698" actId="47"/>
        <pc:sldMkLst>
          <pc:docMk/>
          <pc:sldMk cId="2094477420" sldId="267"/>
        </pc:sldMkLst>
      </pc:sldChg>
      <pc:sldChg chg="del">
        <pc:chgData name="Procko, Tyler T." userId="34c324ce-7d86-42b7-9036-9ad78cae068d" providerId="ADAL" clId="{85AB0D61-CD8B-4BD2-82BC-49F02AF301FD}" dt="2025-04-19T18:14:33.580" v="10845" actId="47"/>
        <pc:sldMkLst>
          <pc:docMk/>
          <pc:sldMk cId="525669932" sldId="268"/>
        </pc:sldMkLst>
      </pc:sldChg>
      <pc:sldChg chg="del">
        <pc:chgData name="Procko, Tyler T." userId="34c324ce-7d86-42b7-9036-9ad78cae068d" providerId="ADAL" clId="{85AB0D61-CD8B-4BD2-82BC-49F02AF301FD}" dt="2025-04-19T17:37:47.081" v="8998" actId="47"/>
        <pc:sldMkLst>
          <pc:docMk/>
          <pc:sldMk cId="1332286619" sldId="269"/>
        </pc:sldMkLst>
      </pc:sldChg>
      <pc:sldChg chg="del">
        <pc:chgData name="Procko, Tyler T." userId="34c324ce-7d86-42b7-9036-9ad78cae068d" providerId="ADAL" clId="{85AB0D61-CD8B-4BD2-82BC-49F02AF301FD}" dt="2025-04-19T17:21:57.334" v="8695" actId="47"/>
        <pc:sldMkLst>
          <pc:docMk/>
          <pc:sldMk cId="3661844530" sldId="271"/>
        </pc:sldMkLst>
      </pc:sldChg>
      <pc:sldChg chg="del">
        <pc:chgData name="Procko, Tyler T." userId="34c324ce-7d86-42b7-9036-9ad78cae068d" providerId="ADAL" clId="{85AB0D61-CD8B-4BD2-82BC-49F02AF301FD}" dt="2025-04-19T15:19:19.143" v="7609" actId="47"/>
        <pc:sldMkLst>
          <pc:docMk/>
          <pc:sldMk cId="1060792028" sldId="272"/>
        </pc:sldMkLst>
      </pc:sldChg>
      <pc:sldChg chg="add del">
        <pc:chgData name="Procko, Tyler T." userId="34c324ce-7d86-42b7-9036-9ad78cae068d" providerId="ADAL" clId="{85AB0D61-CD8B-4BD2-82BC-49F02AF301FD}" dt="2025-04-19T17:27:35.634" v="8789" actId="47"/>
        <pc:sldMkLst>
          <pc:docMk/>
          <pc:sldMk cId="1190975159" sldId="273"/>
        </pc:sldMkLst>
      </pc:sldChg>
      <pc:sldChg chg="del">
        <pc:chgData name="Procko, Tyler T." userId="34c324ce-7d86-42b7-9036-9ad78cae068d" providerId="ADAL" clId="{85AB0D61-CD8B-4BD2-82BC-49F02AF301FD}" dt="2025-04-19T17:44:29.512" v="9175" actId="47"/>
        <pc:sldMkLst>
          <pc:docMk/>
          <pc:sldMk cId="443594585" sldId="274"/>
        </pc:sldMkLst>
      </pc:sldChg>
      <pc:sldChg chg="del">
        <pc:chgData name="Procko, Tyler T." userId="34c324ce-7d86-42b7-9036-9ad78cae068d" providerId="ADAL" clId="{85AB0D61-CD8B-4BD2-82BC-49F02AF301FD}" dt="2025-04-19T15:20:05.177" v="7612" actId="47"/>
        <pc:sldMkLst>
          <pc:docMk/>
          <pc:sldMk cId="3273915239" sldId="275"/>
        </pc:sldMkLst>
      </pc:sldChg>
      <pc:sldChg chg="del">
        <pc:chgData name="Procko, Tyler T." userId="34c324ce-7d86-42b7-9036-9ad78cae068d" providerId="ADAL" clId="{85AB0D61-CD8B-4BD2-82BC-49F02AF301FD}" dt="2025-04-19T17:21:55.559" v="8694" actId="47"/>
        <pc:sldMkLst>
          <pc:docMk/>
          <pc:sldMk cId="2217597757" sldId="276"/>
        </pc:sldMkLst>
      </pc:sldChg>
      <pc:sldChg chg="del">
        <pc:chgData name="Procko, Tyler T." userId="34c324ce-7d86-42b7-9036-9ad78cae068d" providerId="ADAL" clId="{85AB0D61-CD8B-4BD2-82BC-49F02AF301FD}" dt="2025-04-19T17:22:01.268" v="8696" actId="47"/>
        <pc:sldMkLst>
          <pc:docMk/>
          <pc:sldMk cId="3289861427" sldId="277"/>
        </pc:sldMkLst>
      </pc:sldChg>
      <pc:sldChg chg="del">
        <pc:chgData name="Procko, Tyler T." userId="34c324ce-7d86-42b7-9036-9ad78cae068d" providerId="ADAL" clId="{85AB0D61-CD8B-4BD2-82BC-49F02AF301FD}" dt="2025-04-19T15:18:31.827" v="7600" actId="47"/>
        <pc:sldMkLst>
          <pc:docMk/>
          <pc:sldMk cId="1342336912" sldId="278"/>
        </pc:sldMkLst>
      </pc:sldChg>
      <pc:sldChg chg="del">
        <pc:chgData name="Procko, Tyler T." userId="34c324ce-7d86-42b7-9036-9ad78cae068d" providerId="ADAL" clId="{85AB0D61-CD8B-4BD2-82BC-49F02AF301FD}" dt="2025-04-19T13:32:12.483" v="5531" actId="47"/>
        <pc:sldMkLst>
          <pc:docMk/>
          <pc:sldMk cId="62363681" sldId="279"/>
        </pc:sldMkLst>
      </pc:sldChg>
      <pc:sldChg chg="del">
        <pc:chgData name="Procko, Tyler T." userId="34c324ce-7d86-42b7-9036-9ad78cae068d" providerId="ADAL" clId="{85AB0D61-CD8B-4BD2-82BC-49F02AF301FD}" dt="2025-04-19T13:32:15.686" v="5532" actId="47"/>
        <pc:sldMkLst>
          <pc:docMk/>
          <pc:sldMk cId="1265028409" sldId="281"/>
        </pc:sldMkLst>
      </pc:sldChg>
      <pc:sldChg chg="del">
        <pc:chgData name="Procko, Tyler T." userId="34c324ce-7d86-42b7-9036-9ad78cae068d" providerId="ADAL" clId="{85AB0D61-CD8B-4BD2-82BC-49F02AF301FD}" dt="2025-04-19T18:14:32.433" v="10844" actId="47"/>
        <pc:sldMkLst>
          <pc:docMk/>
          <pc:sldMk cId="1273326989" sldId="282"/>
        </pc:sldMkLst>
      </pc:sldChg>
      <pc:sldChg chg="del">
        <pc:chgData name="Procko, Tyler T." userId="34c324ce-7d86-42b7-9036-9ad78cae068d" providerId="ADAL" clId="{85AB0D61-CD8B-4BD2-82BC-49F02AF301FD}" dt="2025-04-19T13:31:53.783" v="5529" actId="47"/>
        <pc:sldMkLst>
          <pc:docMk/>
          <pc:sldMk cId="3287153218" sldId="283"/>
        </pc:sldMkLst>
      </pc:sldChg>
      <pc:sldChg chg="del">
        <pc:chgData name="Procko, Tyler T." userId="34c324ce-7d86-42b7-9036-9ad78cae068d" providerId="ADAL" clId="{85AB0D61-CD8B-4BD2-82BC-49F02AF301FD}" dt="2025-04-19T17:22:10.154" v="8697" actId="47"/>
        <pc:sldMkLst>
          <pc:docMk/>
          <pc:sldMk cId="1932367679" sldId="284"/>
        </pc:sldMkLst>
      </pc:sldChg>
      <pc:sldChg chg="del">
        <pc:chgData name="Procko, Tyler T." userId="34c324ce-7d86-42b7-9036-9ad78cae068d" providerId="ADAL" clId="{85AB0D61-CD8B-4BD2-82BC-49F02AF301FD}" dt="2025-04-19T15:20:29.829" v="7614" actId="47"/>
        <pc:sldMkLst>
          <pc:docMk/>
          <pc:sldMk cId="2833116971" sldId="285"/>
        </pc:sldMkLst>
      </pc:sldChg>
      <pc:sldChg chg="del">
        <pc:chgData name="Procko, Tyler T." userId="34c324ce-7d86-42b7-9036-9ad78cae068d" providerId="ADAL" clId="{85AB0D61-CD8B-4BD2-82BC-49F02AF301FD}" dt="2025-04-19T15:18:33.621" v="7601" actId="47"/>
        <pc:sldMkLst>
          <pc:docMk/>
          <pc:sldMk cId="3327463070" sldId="286"/>
        </pc:sldMkLst>
      </pc:sldChg>
      <pc:sldChg chg="del">
        <pc:chgData name="Procko, Tyler T." userId="34c324ce-7d86-42b7-9036-9ad78cae068d" providerId="ADAL" clId="{85AB0D61-CD8B-4BD2-82BC-49F02AF301FD}" dt="2025-04-19T17:26:57.258" v="8770" actId="47"/>
        <pc:sldMkLst>
          <pc:docMk/>
          <pc:sldMk cId="4079684566" sldId="287"/>
        </pc:sldMkLst>
      </pc:sldChg>
      <pc:sldChg chg="del">
        <pc:chgData name="Procko, Tyler T." userId="34c324ce-7d86-42b7-9036-9ad78cae068d" providerId="ADAL" clId="{85AB0D61-CD8B-4BD2-82BC-49F02AF301FD}" dt="2025-04-19T15:20:02.098" v="7611" actId="47"/>
        <pc:sldMkLst>
          <pc:docMk/>
          <pc:sldMk cId="2006570022" sldId="288"/>
        </pc:sldMkLst>
      </pc:sldChg>
      <pc:sldChg chg="addSp delSp modSp new mod ord">
        <pc:chgData name="Procko, Tyler T." userId="34c324ce-7d86-42b7-9036-9ad78cae068d" providerId="ADAL" clId="{85AB0D61-CD8B-4BD2-82BC-49F02AF301FD}" dt="2025-04-19T18:04:41.377" v="10164" actId="20577"/>
        <pc:sldMkLst>
          <pc:docMk/>
          <pc:sldMk cId="2290451657" sldId="289"/>
        </pc:sldMkLst>
        <pc:spChg chg="mod">
          <ac:chgData name="Procko, Tyler T." userId="34c324ce-7d86-42b7-9036-9ad78cae068d" providerId="ADAL" clId="{85AB0D61-CD8B-4BD2-82BC-49F02AF301FD}" dt="2025-04-14T04:01:24.263" v="36" actId="20577"/>
          <ac:spMkLst>
            <pc:docMk/>
            <pc:sldMk cId="2290451657" sldId="289"/>
            <ac:spMk id="2" creationId="{2DF8DAC3-D05A-1A93-1916-3D042F3395DF}"/>
          </ac:spMkLst>
        </pc:spChg>
        <pc:spChg chg="mod">
          <ac:chgData name="Procko, Tyler T." userId="34c324ce-7d86-42b7-9036-9ad78cae068d" providerId="ADAL" clId="{85AB0D61-CD8B-4BD2-82BC-49F02AF301FD}" dt="2025-04-19T18:04:41.377" v="10164" actId="20577"/>
          <ac:spMkLst>
            <pc:docMk/>
            <pc:sldMk cId="2290451657" sldId="289"/>
            <ac:spMk id="3" creationId="{ADC61D9C-D778-207A-5FBC-715CD6C24CD3}"/>
          </ac:spMkLst>
        </pc:spChg>
        <pc:picChg chg="add mod ord modCrop">
          <ac:chgData name="Procko, Tyler T." userId="34c324ce-7d86-42b7-9036-9ad78cae068d" providerId="ADAL" clId="{85AB0D61-CD8B-4BD2-82BC-49F02AF301FD}" dt="2025-04-18T20:30:43.128" v="1566" actId="14100"/>
          <ac:picMkLst>
            <pc:docMk/>
            <pc:sldMk cId="2290451657" sldId="289"/>
            <ac:picMk id="20" creationId="{B03AB015-B2EA-DAC3-57BC-A7B0304BA927}"/>
          </ac:picMkLst>
        </pc:picChg>
      </pc:sldChg>
      <pc:sldChg chg="modSp new del mod">
        <pc:chgData name="Procko, Tyler T." userId="34c324ce-7d86-42b7-9036-9ad78cae068d" providerId="ADAL" clId="{85AB0D61-CD8B-4BD2-82BC-49F02AF301FD}" dt="2025-04-18T20:40:47.204" v="1806" actId="47"/>
        <pc:sldMkLst>
          <pc:docMk/>
          <pc:sldMk cId="1939396726" sldId="290"/>
        </pc:sldMkLst>
      </pc:sldChg>
      <pc:sldChg chg="addSp modSp new mod">
        <pc:chgData name="Procko, Tyler T." userId="34c324ce-7d86-42b7-9036-9ad78cae068d" providerId="ADAL" clId="{85AB0D61-CD8B-4BD2-82BC-49F02AF301FD}" dt="2025-04-19T20:08:06.305" v="11689" actId="27636"/>
        <pc:sldMkLst>
          <pc:docMk/>
          <pc:sldMk cId="1240605498" sldId="291"/>
        </pc:sldMkLst>
        <pc:spChg chg="mod">
          <ac:chgData name="Procko, Tyler T." userId="34c324ce-7d86-42b7-9036-9ad78cae068d" providerId="ADAL" clId="{85AB0D61-CD8B-4BD2-82BC-49F02AF301FD}" dt="2025-04-18T00:00:52.342" v="488" actId="20577"/>
          <ac:spMkLst>
            <pc:docMk/>
            <pc:sldMk cId="1240605498" sldId="291"/>
            <ac:spMk id="2" creationId="{614A3CE1-BDB6-F8B8-EA60-5194EA681238}"/>
          </ac:spMkLst>
        </pc:spChg>
        <pc:spChg chg="mod">
          <ac:chgData name="Procko, Tyler T." userId="34c324ce-7d86-42b7-9036-9ad78cae068d" providerId="ADAL" clId="{85AB0D61-CD8B-4BD2-82BC-49F02AF301FD}" dt="2025-04-19T20:08:06.305" v="11689" actId="27636"/>
          <ac:spMkLst>
            <pc:docMk/>
            <pc:sldMk cId="1240605498" sldId="291"/>
            <ac:spMk id="3" creationId="{DF23515D-0A82-A0E6-F408-221C62DC1798}"/>
          </ac:spMkLst>
        </pc:spChg>
        <pc:picChg chg="add mod">
          <ac:chgData name="Procko, Tyler T." userId="34c324ce-7d86-42b7-9036-9ad78cae068d" providerId="ADAL" clId="{85AB0D61-CD8B-4BD2-82BC-49F02AF301FD}" dt="2025-04-18T00:03:37.218" v="951" actId="1076"/>
          <ac:picMkLst>
            <pc:docMk/>
            <pc:sldMk cId="1240605498" sldId="291"/>
            <ac:picMk id="4" creationId="{3712F30C-E2A4-2334-F657-6F9EC86FBB59}"/>
          </ac:picMkLst>
        </pc:picChg>
      </pc:sldChg>
      <pc:sldChg chg="modSp new del mod">
        <pc:chgData name="Procko, Tyler T." userId="34c324ce-7d86-42b7-9036-9ad78cae068d" providerId="ADAL" clId="{85AB0D61-CD8B-4BD2-82BC-49F02AF301FD}" dt="2025-04-18T22:41:40.394" v="2685" actId="47"/>
        <pc:sldMkLst>
          <pc:docMk/>
          <pc:sldMk cId="292622204" sldId="292"/>
        </pc:sldMkLst>
      </pc:sldChg>
      <pc:sldChg chg="new del">
        <pc:chgData name="Procko, Tyler T." userId="34c324ce-7d86-42b7-9036-9ad78cae068d" providerId="ADAL" clId="{85AB0D61-CD8B-4BD2-82BC-49F02AF301FD}" dt="2025-04-14T04:11:43.063" v="292" actId="47"/>
        <pc:sldMkLst>
          <pc:docMk/>
          <pc:sldMk cId="3137883582" sldId="293"/>
        </pc:sldMkLst>
      </pc:sldChg>
      <pc:sldChg chg="modSp add del mod">
        <pc:chgData name="Procko, Tyler T." userId="34c324ce-7d86-42b7-9036-9ad78cae068d" providerId="ADAL" clId="{85AB0D61-CD8B-4BD2-82BC-49F02AF301FD}" dt="2025-04-18T22:41:41.947" v="2686" actId="47"/>
        <pc:sldMkLst>
          <pc:docMk/>
          <pc:sldMk cId="3895171853" sldId="294"/>
        </pc:sldMkLst>
      </pc:sldChg>
      <pc:sldChg chg="add">
        <pc:chgData name="Procko, Tyler T." userId="34c324ce-7d86-42b7-9036-9ad78cae068d" providerId="ADAL" clId="{85AB0D61-CD8B-4BD2-82BC-49F02AF301FD}" dt="2025-04-18T00:00:49.105" v="485"/>
        <pc:sldMkLst>
          <pc:docMk/>
          <pc:sldMk cId="340057741" sldId="295"/>
        </pc:sldMkLst>
      </pc:sldChg>
      <pc:sldChg chg="modSp add mod ord">
        <pc:chgData name="Procko, Tyler T." userId="34c324ce-7d86-42b7-9036-9ad78cae068d" providerId="ADAL" clId="{85AB0D61-CD8B-4BD2-82BC-49F02AF301FD}" dt="2025-04-18T20:17:53.601" v="1064"/>
        <pc:sldMkLst>
          <pc:docMk/>
          <pc:sldMk cId="4227003503" sldId="296"/>
        </pc:sldMkLst>
        <pc:spChg chg="mod">
          <ac:chgData name="Procko, Tyler T." userId="34c324ce-7d86-42b7-9036-9ad78cae068d" providerId="ADAL" clId="{85AB0D61-CD8B-4BD2-82BC-49F02AF301FD}" dt="2025-04-18T00:02:14.029" v="882" actId="20577"/>
          <ac:spMkLst>
            <pc:docMk/>
            <pc:sldMk cId="4227003503" sldId="296"/>
            <ac:spMk id="2" creationId="{40778F10-8E1B-943A-8973-9D5394B988C2}"/>
          </ac:spMkLst>
        </pc:spChg>
      </pc:sldChg>
      <pc:sldChg chg="modSp mod">
        <pc:chgData name="Procko, Tyler T." userId="34c324ce-7d86-42b7-9036-9ad78cae068d" providerId="ADAL" clId="{85AB0D61-CD8B-4BD2-82BC-49F02AF301FD}" dt="2025-04-19T17:43:47.352" v="9161" actId="20577"/>
        <pc:sldMkLst>
          <pc:docMk/>
          <pc:sldMk cId="4068657298" sldId="297"/>
        </pc:sldMkLst>
        <pc:spChg chg="mod">
          <ac:chgData name="Procko, Tyler T." userId="34c324ce-7d86-42b7-9036-9ad78cae068d" providerId="ADAL" clId="{85AB0D61-CD8B-4BD2-82BC-49F02AF301FD}" dt="2025-04-19T17:42:16.924" v="9084" actId="20577"/>
          <ac:spMkLst>
            <pc:docMk/>
            <pc:sldMk cId="4068657298" sldId="297"/>
            <ac:spMk id="2" creationId="{566F0BA2-A934-8E5C-098E-247B4EA118DA}"/>
          </ac:spMkLst>
        </pc:spChg>
        <pc:spChg chg="mod">
          <ac:chgData name="Procko, Tyler T." userId="34c324ce-7d86-42b7-9036-9ad78cae068d" providerId="ADAL" clId="{85AB0D61-CD8B-4BD2-82BC-49F02AF301FD}" dt="2025-04-19T17:43:47.352" v="9161" actId="20577"/>
          <ac:spMkLst>
            <pc:docMk/>
            <pc:sldMk cId="4068657298" sldId="297"/>
            <ac:spMk id="3" creationId="{27363994-AAF1-B9B9-DD88-B40FAB9CD627}"/>
          </ac:spMkLst>
        </pc:spChg>
        <pc:picChg chg="mod">
          <ac:chgData name="Procko, Tyler T." userId="34c324ce-7d86-42b7-9036-9ad78cae068d" providerId="ADAL" clId="{85AB0D61-CD8B-4BD2-82BC-49F02AF301FD}" dt="2025-04-19T17:40:59.721" v="9037" actId="1076"/>
          <ac:picMkLst>
            <pc:docMk/>
            <pc:sldMk cId="4068657298" sldId="297"/>
            <ac:picMk id="5" creationId="{4E3CAA6D-39D0-4626-042F-086125D00FE5}"/>
          </ac:picMkLst>
        </pc:picChg>
      </pc:sldChg>
      <pc:sldChg chg="modSp mod">
        <pc:chgData name="Procko, Tyler T." userId="34c324ce-7d86-42b7-9036-9ad78cae068d" providerId="ADAL" clId="{85AB0D61-CD8B-4BD2-82BC-49F02AF301FD}" dt="2025-04-20T00:56:44.452" v="11722" actId="20577"/>
        <pc:sldMkLst>
          <pc:docMk/>
          <pc:sldMk cId="2231996301" sldId="298"/>
        </pc:sldMkLst>
        <pc:spChg chg="mod">
          <ac:chgData name="Procko, Tyler T." userId="34c324ce-7d86-42b7-9036-9ad78cae068d" providerId="ADAL" clId="{85AB0D61-CD8B-4BD2-82BC-49F02AF301FD}" dt="2025-04-19T17:42:31.273" v="9110" actId="20577"/>
          <ac:spMkLst>
            <pc:docMk/>
            <pc:sldMk cId="2231996301" sldId="298"/>
            <ac:spMk id="2" creationId="{E5061422-4193-4840-F643-5A1B23496B51}"/>
          </ac:spMkLst>
        </pc:spChg>
        <pc:spChg chg="mod">
          <ac:chgData name="Procko, Tyler T." userId="34c324ce-7d86-42b7-9036-9ad78cae068d" providerId="ADAL" clId="{85AB0D61-CD8B-4BD2-82BC-49F02AF301FD}" dt="2025-04-20T00:56:44.452" v="11722" actId="20577"/>
          <ac:spMkLst>
            <pc:docMk/>
            <pc:sldMk cId="2231996301" sldId="298"/>
            <ac:spMk id="3" creationId="{70CB50EB-5619-17BB-A8F8-A1EED7E9F804}"/>
          </ac:spMkLst>
        </pc:spChg>
        <pc:picChg chg="mod">
          <ac:chgData name="Procko, Tyler T." userId="34c324ce-7d86-42b7-9036-9ad78cae068d" providerId="ADAL" clId="{85AB0D61-CD8B-4BD2-82BC-49F02AF301FD}" dt="2025-04-19T17:41:41.625" v="9065" actId="1076"/>
          <ac:picMkLst>
            <pc:docMk/>
            <pc:sldMk cId="2231996301" sldId="298"/>
            <ac:picMk id="4" creationId="{ED94F481-0942-0136-0AB2-DB5FEBD2D411}"/>
          </ac:picMkLst>
        </pc:picChg>
      </pc:sldChg>
      <pc:sldChg chg="modSp mod">
        <pc:chgData name="Procko, Tyler T." userId="34c324ce-7d86-42b7-9036-9ad78cae068d" providerId="ADAL" clId="{85AB0D61-CD8B-4BD2-82BC-49F02AF301FD}" dt="2025-04-19T17:06:54.213" v="8603" actId="20577"/>
        <pc:sldMkLst>
          <pc:docMk/>
          <pc:sldMk cId="2323103730" sldId="299"/>
        </pc:sldMkLst>
        <pc:spChg chg="mod">
          <ac:chgData name="Procko, Tyler T." userId="34c324ce-7d86-42b7-9036-9ad78cae068d" providerId="ADAL" clId="{85AB0D61-CD8B-4BD2-82BC-49F02AF301FD}" dt="2025-04-19T17:06:54.213" v="8603" actId="20577"/>
          <ac:spMkLst>
            <pc:docMk/>
            <pc:sldMk cId="2323103730" sldId="299"/>
            <ac:spMk id="3" creationId="{94B43502-9D65-41F5-FBE4-5501B895272A}"/>
          </ac:spMkLst>
        </pc:spChg>
      </pc:sldChg>
      <pc:sldChg chg="modSp mod">
        <pc:chgData name="Procko, Tyler T." userId="34c324ce-7d86-42b7-9036-9ad78cae068d" providerId="ADAL" clId="{85AB0D61-CD8B-4BD2-82BC-49F02AF301FD}" dt="2025-04-18T20:31:29.624" v="1592" actId="20577"/>
        <pc:sldMkLst>
          <pc:docMk/>
          <pc:sldMk cId="112351579" sldId="300"/>
        </pc:sldMkLst>
        <pc:spChg chg="mod">
          <ac:chgData name="Procko, Tyler T." userId="34c324ce-7d86-42b7-9036-9ad78cae068d" providerId="ADAL" clId="{85AB0D61-CD8B-4BD2-82BC-49F02AF301FD}" dt="2025-04-18T20:31:29.624" v="1592" actId="20577"/>
          <ac:spMkLst>
            <pc:docMk/>
            <pc:sldMk cId="112351579" sldId="300"/>
            <ac:spMk id="3" creationId="{57D54E43-1B3C-56B5-2FA4-9A436E4D6F63}"/>
          </ac:spMkLst>
        </pc:spChg>
      </pc:sldChg>
      <pc:sldChg chg="modSp mod ord">
        <pc:chgData name="Procko, Tyler T." userId="34c324ce-7d86-42b7-9036-9ad78cae068d" providerId="ADAL" clId="{85AB0D61-CD8B-4BD2-82BC-49F02AF301FD}" dt="2025-04-19T18:07:54.037" v="10462" actId="20577"/>
        <pc:sldMkLst>
          <pc:docMk/>
          <pc:sldMk cId="712243615" sldId="301"/>
        </pc:sldMkLst>
        <pc:spChg chg="mod">
          <ac:chgData name="Procko, Tyler T." userId="34c324ce-7d86-42b7-9036-9ad78cae068d" providerId="ADAL" clId="{85AB0D61-CD8B-4BD2-82BC-49F02AF301FD}" dt="2025-04-19T13:00:29.783" v="4687" actId="20577"/>
          <ac:spMkLst>
            <pc:docMk/>
            <pc:sldMk cId="712243615" sldId="301"/>
            <ac:spMk id="2" creationId="{2E329725-E402-358F-6C41-29D54B0DCDAB}"/>
          </ac:spMkLst>
        </pc:spChg>
        <pc:spChg chg="mod">
          <ac:chgData name="Procko, Tyler T." userId="34c324ce-7d86-42b7-9036-9ad78cae068d" providerId="ADAL" clId="{85AB0D61-CD8B-4BD2-82BC-49F02AF301FD}" dt="2025-04-19T18:07:54.037" v="10462" actId="20577"/>
          <ac:spMkLst>
            <pc:docMk/>
            <pc:sldMk cId="712243615" sldId="301"/>
            <ac:spMk id="3" creationId="{BFE26122-ADE4-6567-003A-E180D137C671}"/>
          </ac:spMkLst>
        </pc:spChg>
      </pc:sldChg>
      <pc:sldChg chg="modSp mod">
        <pc:chgData name="Procko, Tyler T." userId="34c324ce-7d86-42b7-9036-9ad78cae068d" providerId="ADAL" clId="{85AB0D61-CD8B-4BD2-82BC-49F02AF301FD}" dt="2025-04-19T13:00:34.224" v="4694" actId="20577"/>
        <pc:sldMkLst>
          <pc:docMk/>
          <pc:sldMk cId="478423370" sldId="302"/>
        </pc:sldMkLst>
        <pc:spChg chg="mod">
          <ac:chgData name="Procko, Tyler T." userId="34c324ce-7d86-42b7-9036-9ad78cae068d" providerId="ADAL" clId="{85AB0D61-CD8B-4BD2-82BC-49F02AF301FD}" dt="2025-04-19T13:00:34.224" v="4694" actId="20577"/>
          <ac:spMkLst>
            <pc:docMk/>
            <pc:sldMk cId="478423370" sldId="302"/>
            <ac:spMk id="2" creationId="{8AEACA8E-E243-21FC-EB71-67B4EB755FEF}"/>
          </ac:spMkLst>
        </pc:spChg>
        <pc:spChg chg="mod">
          <ac:chgData name="Procko, Tyler T." userId="34c324ce-7d86-42b7-9036-9ad78cae068d" providerId="ADAL" clId="{85AB0D61-CD8B-4BD2-82BC-49F02AF301FD}" dt="2025-04-18T23:52:27.415" v="3363"/>
          <ac:spMkLst>
            <pc:docMk/>
            <pc:sldMk cId="478423370" sldId="302"/>
            <ac:spMk id="3" creationId="{59932C92-8A04-19FA-CE58-7266686E3DD8}"/>
          </ac:spMkLst>
        </pc:spChg>
      </pc:sldChg>
      <pc:sldChg chg="modSp mod">
        <pc:chgData name="Procko, Tyler T." userId="34c324ce-7d86-42b7-9036-9ad78cae068d" providerId="ADAL" clId="{85AB0D61-CD8B-4BD2-82BC-49F02AF301FD}" dt="2025-04-19T17:45:36.035" v="9203" actId="5793"/>
        <pc:sldMkLst>
          <pc:docMk/>
          <pc:sldMk cId="2892146031" sldId="303"/>
        </pc:sldMkLst>
        <pc:spChg chg="mod">
          <ac:chgData name="Procko, Tyler T." userId="34c324ce-7d86-42b7-9036-9ad78cae068d" providerId="ADAL" clId="{85AB0D61-CD8B-4BD2-82BC-49F02AF301FD}" dt="2025-04-19T13:00:37.846" v="4701" actId="20577"/>
          <ac:spMkLst>
            <pc:docMk/>
            <pc:sldMk cId="2892146031" sldId="303"/>
            <ac:spMk id="2" creationId="{0655EBFF-FB24-D1DD-EBAB-D31A17496000}"/>
          </ac:spMkLst>
        </pc:spChg>
        <pc:spChg chg="mod">
          <ac:chgData name="Procko, Tyler T." userId="34c324ce-7d86-42b7-9036-9ad78cae068d" providerId="ADAL" clId="{85AB0D61-CD8B-4BD2-82BC-49F02AF301FD}" dt="2025-04-19T17:45:36.035" v="9203" actId="5793"/>
          <ac:spMkLst>
            <pc:docMk/>
            <pc:sldMk cId="2892146031" sldId="303"/>
            <ac:spMk id="3" creationId="{760E0B3B-71DA-EC43-9324-0957757BC27A}"/>
          </ac:spMkLst>
        </pc:spChg>
      </pc:sldChg>
      <pc:sldChg chg="modSp mod ord">
        <pc:chgData name="Procko, Tyler T." userId="34c324ce-7d86-42b7-9036-9ad78cae068d" providerId="ADAL" clId="{85AB0D61-CD8B-4BD2-82BC-49F02AF301FD}" dt="2025-04-19T17:05:48.548" v="8580" actId="20577"/>
        <pc:sldMkLst>
          <pc:docMk/>
          <pc:sldMk cId="2492335962" sldId="304"/>
        </pc:sldMkLst>
        <pc:spChg chg="mod">
          <ac:chgData name="Procko, Tyler T." userId="34c324ce-7d86-42b7-9036-9ad78cae068d" providerId="ADAL" clId="{85AB0D61-CD8B-4BD2-82BC-49F02AF301FD}" dt="2025-04-19T17:05:48.548" v="8580" actId="20577"/>
          <ac:spMkLst>
            <pc:docMk/>
            <pc:sldMk cId="2492335962" sldId="304"/>
            <ac:spMk id="3" creationId="{EF8CCFED-E3F4-6361-158C-D6CF113750D8}"/>
          </ac:spMkLst>
        </pc:spChg>
        <pc:picChg chg="mod">
          <ac:chgData name="Procko, Tyler T." userId="34c324ce-7d86-42b7-9036-9ad78cae068d" providerId="ADAL" clId="{85AB0D61-CD8B-4BD2-82BC-49F02AF301FD}" dt="2025-04-19T13:17:04.773" v="5349" actId="1076"/>
          <ac:picMkLst>
            <pc:docMk/>
            <pc:sldMk cId="2492335962" sldId="304"/>
            <ac:picMk id="3074" creationId="{EE26DC6E-4BF7-4E9A-E1A0-74E385A74A01}"/>
          </ac:picMkLst>
        </pc:picChg>
      </pc:sldChg>
      <pc:sldChg chg="addSp delSp modSp add mod">
        <pc:chgData name="Procko, Tyler T." userId="34c324ce-7d86-42b7-9036-9ad78cae068d" providerId="ADAL" clId="{85AB0D61-CD8B-4BD2-82BC-49F02AF301FD}" dt="2025-04-19T13:43:22.015" v="6094" actId="478"/>
        <pc:sldMkLst>
          <pc:docMk/>
          <pc:sldMk cId="1864288633" sldId="305"/>
        </pc:sldMkLst>
        <pc:spChg chg="add mod">
          <ac:chgData name="Procko, Tyler T." userId="34c324ce-7d86-42b7-9036-9ad78cae068d" providerId="ADAL" clId="{85AB0D61-CD8B-4BD2-82BC-49F02AF301FD}" dt="2025-04-19T13:43:20.391" v="6093"/>
          <ac:spMkLst>
            <pc:docMk/>
            <pc:sldMk cId="1864288633" sldId="305"/>
            <ac:spMk id="13" creationId="{47C765C0-C70F-25B0-D31D-80E1E5996516}"/>
          </ac:spMkLst>
        </pc:spChg>
        <pc:picChg chg="add mod">
          <ac:chgData name="Procko, Tyler T." userId="34c324ce-7d86-42b7-9036-9ad78cae068d" providerId="ADAL" clId="{85AB0D61-CD8B-4BD2-82BC-49F02AF301FD}" dt="2025-04-19T12:55:19.414" v="4504" actId="1076"/>
          <ac:picMkLst>
            <pc:docMk/>
            <pc:sldMk cId="1864288633" sldId="305"/>
            <ac:picMk id="7" creationId="{2D2ABBEC-FE20-DDBC-9FF3-F348066E5198}"/>
          </ac:picMkLst>
        </pc:picChg>
      </pc:sldChg>
      <pc:sldChg chg="addSp delSp modSp add mod">
        <pc:chgData name="Procko, Tyler T." userId="34c324ce-7d86-42b7-9036-9ad78cae068d" providerId="ADAL" clId="{85AB0D61-CD8B-4BD2-82BC-49F02AF301FD}" dt="2025-04-19T17:06:43.552" v="8600" actId="20577"/>
        <pc:sldMkLst>
          <pc:docMk/>
          <pc:sldMk cId="2741611166" sldId="306"/>
        </pc:sldMkLst>
        <pc:spChg chg="mod">
          <ac:chgData name="Procko, Tyler T." userId="34c324ce-7d86-42b7-9036-9ad78cae068d" providerId="ADAL" clId="{85AB0D61-CD8B-4BD2-82BC-49F02AF301FD}" dt="2025-04-19T15:06:01.374" v="7398" actId="1076"/>
          <ac:spMkLst>
            <pc:docMk/>
            <pc:sldMk cId="2741611166" sldId="306"/>
            <ac:spMk id="2" creationId="{904FADD3-8EB7-0C77-C4F8-31D3C7E4A22D}"/>
          </ac:spMkLst>
        </pc:spChg>
        <pc:spChg chg="mod">
          <ac:chgData name="Procko, Tyler T." userId="34c324ce-7d86-42b7-9036-9ad78cae068d" providerId="ADAL" clId="{85AB0D61-CD8B-4BD2-82BC-49F02AF301FD}" dt="2025-04-19T17:06:43.552" v="8600" actId="20577"/>
          <ac:spMkLst>
            <pc:docMk/>
            <pc:sldMk cId="2741611166" sldId="306"/>
            <ac:spMk id="3" creationId="{80A60DF7-AF64-C3EE-9E5A-2196AAF3884C}"/>
          </ac:spMkLst>
        </pc:spChg>
        <pc:picChg chg="add mod modCrop">
          <ac:chgData name="Procko, Tyler T." userId="34c324ce-7d86-42b7-9036-9ad78cae068d" providerId="ADAL" clId="{85AB0D61-CD8B-4BD2-82BC-49F02AF301FD}" dt="2025-04-19T15:06:04.501" v="7399" actId="1076"/>
          <ac:picMkLst>
            <pc:docMk/>
            <pc:sldMk cId="2741611166" sldId="306"/>
            <ac:picMk id="10" creationId="{314E4F4F-C2A6-DDC4-3577-2FA779F551F2}"/>
          </ac:picMkLst>
        </pc:picChg>
      </pc:sldChg>
      <pc:sldChg chg="addSp delSp modSp add mod">
        <pc:chgData name="Procko, Tyler T." userId="34c324ce-7d86-42b7-9036-9ad78cae068d" providerId="ADAL" clId="{85AB0D61-CD8B-4BD2-82BC-49F02AF301FD}" dt="2025-04-19T12:40:07.313" v="4494" actId="255"/>
        <pc:sldMkLst>
          <pc:docMk/>
          <pc:sldMk cId="207616642" sldId="307"/>
        </pc:sldMkLst>
        <pc:spChg chg="mod">
          <ac:chgData name="Procko, Tyler T." userId="34c324ce-7d86-42b7-9036-9ad78cae068d" providerId="ADAL" clId="{85AB0D61-CD8B-4BD2-82BC-49F02AF301FD}" dt="2025-04-19T12:07:40.023" v="4275" actId="20577"/>
          <ac:spMkLst>
            <pc:docMk/>
            <pc:sldMk cId="207616642" sldId="307"/>
            <ac:spMk id="2" creationId="{7F6AF67B-C970-D0AA-50CB-A9E855590FAC}"/>
          </ac:spMkLst>
        </pc:spChg>
        <pc:spChg chg="mod">
          <ac:chgData name="Procko, Tyler T." userId="34c324ce-7d86-42b7-9036-9ad78cae068d" providerId="ADAL" clId="{85AB0D61-CD8B-4BD2-82BC-49F02AF301FD}" dt="2025-04-19T12:40:07.313" v="4494" actId="255"/>
          <ac:spMkLst>
            <pc:docMk/>
            <pc:sldMk cId="207616642" sldId="307"/>
            <ac:spMk id="3" creationId="{1D6FFAB7-3A98-689F-0E81-706FB56597F8}"/>
          </ac:spMkLst>
        </pc:spChg>
        <pc:picChg chg="add mod">
          <ac:chgData name="Procko, Tyler T." userId="34c324ce-7d86-42b7-9036-9ad78cae068d" providerId="ADAL" clId="{85AB0D61-CD8B-4BD2-82BC-49F02AF301FD}" dt="2025-04-19T12:06:28.840" v="4202" actId="1076"/>
          <ac:picMkLst>
            <pc:docMk/>
            <pc:sldMk cId="207616642" sldId="307"/>
            <ac:picMk id="7" creationId="{BE5ACD3A-1225-4E92-5238-2A2FFAB88BEC}"/>
          </ac:picMkLst>
        </pc:picChg>
        <pc:picChg chg="add mod modCrop">
          <ac:chgData name="Procko, Tyler T." userId="34c324ce-7d86-42b7-9036-9ad78cae068d" providerId="ADAL" clId="{85AB0D61-CD8B-4BD2-82BC-49F02AF301FD}" dt="2025-04-19T12:06:26.965" v="4201" actId="1076"/>
          <ac:picMkLst>
            <pc:docMk/>
            <pc:sldMk cId="207616642" sldId="307"/>
            <ac:picMk id="10" creationId="{0E8F9F6D-A29A-2640-8984-AC87314F870B}"/>
          </ac:picMkLst>
        </pc:picChg>
        <pc:picChg chg="add mod modCrop">
          <ac:chgData name="Procko, Tyler T." userId="34c324ce-7d86-42b7-9036-9ad78cae068d" providerId="ADAL" clId="{85AB0D61-CD8B-4BD2-82BC-49F02AF301FD}" dt="2025-04-19T12:06:30.971" v="4203" actId="1076"/>
          <ac:picMkLst>
            <pc:docMk/>
            <pc:sldMk cId="207616642" sldId="307"/>
            <ac:picMk id="12" creationId="{0D24CD7E-D967-D1FB-4194-99111EF9FD63}"/>
          </ac:picMkLst>
        </pc:picChg>
      </pc:sldChg>
      <pc:sldChg chg="addSp delSp modSp add mod">
        <pc:chgData name="Procko, Tyler T." userId="34c324ce-7d86-42b7-9036-9ad78cae068d" providerId="ADAL" clId="{85AB0D61-CD8B-4BD2-82BC-49F02AF301FD}" dt="2025-04-19T15:19:03.784" v="7608" actId="27636"/>
        <pc:sldMkLst>
          <pc:docMk/>
          <pc:sldMk cId="35894788" sldId="308"/>
        </pc:sldMkLst>
        <pc:spChg chg="mod">
          <ac:chgData name="Procko, Tyler T." userId="34c324ce-7d86-42b7-9036-9ad78cae068d" providerId="ADAL" clId="{85AB0D61-CD8B-4BD2-82BC-49F02AF301FD}" dt="2025-04-19T12:07:01.736" v="4235" actId="20577"/>
          <ac:spMkLst>
            <pc:docMk/>
            <pc:sldMk cId="35894788" sldId="308"/>
            <ac:spMk id="2" creationId="{1DCC9AFF-F9C0-8B9E-D8E5-AF30D150D46E}"/>
          </ac:spMkLst>
        </pc:spChg>
        <pc:spChg chg="mod">
          <ac:chgData name="Procko, Tyler T." userId="34c324ce-7d86-42b7-9036-9ad78cae068d" providerId="ADAL" clId="{85AB0D61-CD8B-4BD2-82BC-49F02AF301FD}" dt="2025-04-19T15:19:03.784" v="7608" actId="27636"/>
          <ac:spMkLst>
            <pc:docMk/>
            <pc:sldMk cId="35894788" sldId="308"/>
            <ac:spMk id="3" creationId="{25D572CF-4847-102A-5E31-E44C142DD0E4}"/>
          </ac:spMkLst>
        </pc:spChg>
        <pc:picChg chg="add mod modCrop">
          <ac:chgData name="Procko, Tyler T." userId="34c324ce-7d86-42b7-9036-9ad78cae068d" providerId="ADAL" clId="{85AB0D61-CD8B-4BD2-82BC-49F02AF301FD}" dt="2025-04-19T14:56:26.889" v="7109" actId="1076"/>
          <ac:picMkLst>
            <pc:docMk/>
            <pc:sldMk cId="35894788" sldId="308"/>
            <ac:picMk id="8" creationId="{034C8976-A618-1C67-A3FC-18289112F6E3}"/>
          </ac:picMkLst>
        </pc:picChg>
      </pc:sldChg>
      <pc:sldChg chg="addSp delSp modSp add del mod modNotesTx">
        <pc:chgData name="Procko, Tyler T." userId="34c324ce-7d86-42b7-9036-9ad78cae068d" providerId="ADAL" clId="{85AB0D61-CD8B-4BD2-82BC-49F02AF301FD}" dt="2025-04-19T14:56:11.376" v="7102" actId="1076"/>
        <pc:sldMkLst>
          <pc:docMk/>
          <pc:sldMk cId="435948207" sldId="309"/>
        </pc:sldMkLst>
        <pc:spChg chg="mod">
          <ac:chgData name="Procko, Tyler T." userId="34c324ce-7d86-42b7-9036-9ad78cae068d" providerId="ADAL" clId="{85AB0D61-CD8B-4BD2-82BC-49F02AF301FD}" dt="2025-04-19T12:07:14.335" v="4270" actId="20577"/>
          <ac:spMkLst>
            <pc:docMk/>
            <pc:sldMk cId="435948207" sldId="309"/>
            <ac:spMk id="2" creationId="{51080F62-CE64-B13C-8D91-C3407C96EF12}"/>
          </ac:spMkLst>
        </pc:spChg>
        <pc:picChg chg="add mod modCrop">
          <ac:chgData name="Procko, Tyler T." userId="34c324ce-7d86-42b7-9036-9ad78cae068d" providerId="ADAL" clId="{85AB0D61-CD8B-4BD2-82BC-49F02AF301FD}" dt="2025-04-19T14:56:11.376" v="7102" actId="1076"/>
          <ac:picMkLst>
            <pc:docMk/>
            <pc:sldMk cId="435948207" sldId="309"/>
            <ac:picMk id="7" creationId="{54A08FB6-4478-330E-2A3B-67C3D0839773}"/>
          </ac:picMkLst>
        </pc:picChg>
      </pc:sldChg>
      <pc:sldChg chg="addSp modSp new mod">
        <pc:chgData name="Procko, Tyler T." userId="34c324ce-7d86-42b7-9036-9ad78cae068d" providerId="ADAL" clId="{85AB0D61-CD8B-4BD2-82BC-49F02AF301FD}" dt="2025-04-20T01:15:44.558" v="11782" actId="20577"/>
        <pc:sldMkLst>
          <pc:docMk/>
          <pc:sldMk cId="1099146005" sldId="310"/>
        </pc:sldMkLst>
        <pc:spChg chg="mod">
          <ac:chgData name="Procko, Tyler T." userId="34c324ce-7d86-42b7-9036-9ad78cae068d" providerId="ADAL" clId="{85AB0D61-CD8B-4BD2-82BC-49F02AF301FD}" dt="2025-04-18T22:11:30.260" v="2420" actId="20577"/>
          <ac:spMkLst>
            <pc:docMk/>
            <pc:sldMk cId="1099146005" sldId="310"/>
            <ac:spMk id="2" creationId="{D01FA9E8-D2D6-D14B-9837-33CD92E15DD4}"/>
          </ac:spMkLst>
        </pc:spChg>
        <pc:spChg chg="mod">
          <ac:chgData name="Procko, Tyler T." userId="34c324ce-7d86-42b7-9036-9ad78cae068d" providerId="ADAL" clId="{85AB0D61-CD8B-4BD2-82BC-49F02AF301FD}" dt="2025-04-20T01:15:44.558" v="11782" actId="20577"/>
          <ac:spMkLst>
            <pc:docMk/>
            <pc:sldMk cId="1099146005" sldId="310"/>
            <ac:spMk id="3" creationId="{A2CAA7D6-52EE-DF0F-8F8B-D0B2E6AFD896}"/>
          </ac:spMkLst>
        </pc:spChg>
        <pc:picChg chg="add mod">
          <ac:chgData name="Procko, Tyler T." userId="34c324ce-7d86-42b7-9036-9ad78cae068d" providerId="ADAL" clId="{85AB0D61-CD8B-4BD2-82BC-49F02AF301FD}" dt="2025-04-18T23:25:09.883" v="3110" actId="1076"/>
          <ac:picMkLst>
            <pc:docMk/>
            <pc:sldMk cId="1099146005" sldId="310"/>
            <ac:picMk id="7" creationId="{E6FB8FB0-AB70-3A9C-FFD7-A0EAEB467BB5}"/>
          </ac:picMkLst>
        </pc:picChg>
      </pc:sldChg>
      <pc:sldChg chg="addSp delSp modSp new mod">
        <pc:chgData name="Procko, Tyler T." userId="34c324ce-7d86-42b7-9036-9ad78cae068d" providerId="ADAL" clId="{85AB0D61-CD8B-4BD2-82BC-49F02AF301FD}" dt="2025-04-19T17:55:30.560" v="9901" actId="1076"/>
        <pc:sldMkLst>
          <pc:docMk/>
          <pc:sldMk cId="3097520356" sldId="311"/>
        </pc:sldMkLst>
        <pc:spChg chg="mod">
          <ac:chgData name="Procko, Tyler T." userId="34c324ce-7d86-42b7-9036-9ad78cae068d" providerId="ADAL" clId="{85AB0D61-CD8B-4BD2-82BC-49F02AF301FD}" dt="2025-04-18T23:17:27.787" v="2987" actId="20577"/>
          <ac:spMkLst>
            <pc:docMk/>
            <pc:sldMk cId="3097520356" sldId="311"/>
            <ac:spMk id="2" creationId="{3ED9A84A-ED5E-8C39-C738-3DFEFE19AF96}"/>
          </ac:spMkLst>
        </pc:spChg>
        <pc:picChg chg="add mod">
          <ac:chgData name="Procko, Tyler T." userId="34c324ce-7d86-42b7-9036-9ad78cae068d" providerId="ADAL" clId="{85AB0D61-CD8B-4BD2-82BC-49F02AF301FD}" dt="2025-04-19T17:55:30.560" v="9901" actId="1076"/>
          <ac:picMkLst>
            <pc:docMk/>
            <pc:sldMk cId="3097520356" sldId="311"/>
            <ac:picMk id="7" creationId="{CA040AE6-E24D-5065-DAB8-37AD97C0518E}"/>
          </ac:picMkLst>
        </pc:picChg>
      </pc:sldChg>
      <pc:sldChg chg="addSp delSp modSp new mod">
        <pc:chgData name="Procko, Tyler T." userId="34c324ce-7d86-42b7-9036-9ad78cae068d" providerId="ADAL" clId="{85AB0D61-CD8B-4BD2-82BC-49F02AF301FD}" dt="2025-04-19T17:56:07.806" v="9907" actId="1076"/>
        <pc:sldMkLst>
          <pc:docMk/>
          <pc:sldMk cId="4053876" sldId="312"/>
        </pc:sldMkLst>
        <pc:spChg chg="mod">
          <ac:chgData name="Procko, Tyler T." userId="34c324ce-7d86-42b7-9036-9ad78cae068d" providerId="ADAL" clId="{85AB0D61-CD8B-4BD2-82BC-49F02AF301FD}" dt="2025-04-19T17:54:40.488" v="9853" actId="20577"/>
          <ac:spMkLst>
            <pc:docMk/>
            <pc:sldMk cId="4053876" sldId="312"/>
            <ac:spMk id="2" creationId="{92995CC6-FD1A-00F2-5C59-068A203060A9}"/>
          </ac:spMkLst>
        </pc:spChg>
        <pc:picChg chg="add mod">
          <ac:chgData name="Procko, Tyler T." userId="34c324ce-7d86-42b7-9036-9ad78cae068d" providerId="ADAL" clId="{85AB0D61-CD8B-4BD2-82BC-49F02AF301FD}" dt="2025-04-19T17:56:07.806" v="9907" actId="1076"/>
          <ac:picMkLst>
            <pc:docMk/>
            <pc:sldMk cId="4053876" sldId="312"/>
            <ac:picMk id="7" creationId="{924ADC49-54AE-2334-4577-13138A600A00}"/>
          </ac:picMkLst>
        </pc:picChg>
      </pc:sldChg>
      <pc:sldChg chg="addSp modSp new mod ord">
        <pc:chgData name="Procko, Tyler T." userId="34c324ce-7d86-42b7-9036-9ad78cae068d" providerId="ADAL" clId="{85AB0D61-CD8B-4BD2-82BC-49F02AF301FD}" dt="2025-04-20T01:15:15.172" v="11779" actId="20577"/>
        <pc:sldMkLst>
          <pc:docMk/>
          <pc:sldMk cId="2895251631" sldId="313"/>
        </pc:sldMkLst>
        <pc:spChg chg="mod">
          <ac:chgData name="Procko, Tyler T." userId="34c324ce-7d86-42b7-9036-9ad78cae068d" providerId="ADAL" clId="{85AB0D61-CD8B-4BD2-82BC-49F02AF301FD}" dt="2025-04-19T18:21:12.276" v="11453" actId="20577"/>
          <ac:spMkLst>
            <pc:docMk/>
            <pc:sldMk cId="2895251631" sldId="313"/>
            <ac:spMk id="2" creationId="{D1F6C231-709C-386D-D653-E07193C6AC84}"/>
          </ac:spMkLst>
        </pc:spChg>
        <pc:spChg chg="mod">
          <ac:chgData name="Procko, Tyler T." userId="34c324ce-7d86-42b7-9036-9ad78cae068d" providerId="ADAL" clId="{85AB0D61-CD8B-4BD2-82BC-49F02AF301FD}" dt="2025-04-20T01:15:15.172" v="11779" actId="20577"/>
          <ac:spMkLst>
            <pc:docMk/>
            <pc:sldMk cId="2895251631" sldId="313"/>
            <ac:spMk id="3" creationId="{8A5384B3-9D5E-D3D3-64A0-2561112881AB}"/>
          </ac:spMkLst>
        </pc:spChg>
        <pc:picChg chg="add mod">
          <ac:chgData name="Procko, Tyler T." userId="34c324ce-7d86-42b7-9036-9ad78cae068d" providerId="ADAL" clId="{85AB0D61-CD8B-4BD2-82BC-49F02AF301FD}" dt="2025-04-19T18:16:04.955" v="10937" actId="1076"/>
          <ac:picMkLst>
            <pc:docMk/>
            <pc:sldMk cId="2895251631" sldId="313"/>
            <ac:picMk id="7" creationId="{1A45A32C-0F61-DF55-351F-7C80EF2A54BF}"/>
          </ac:picMkLst>
        </pc:picChg>
      </pc:sldChg>
      <pc:sldChg chg="addSp modSp new del mod">
        <pc:chgData name="Procko, Tyler T." userId="34c324ce-7d86-42b7-9036-9ad78cae068d" providerId="ADAL" clId="{85AB0D61-CD8B-4BD2-82BC-49F02AF301FD}" dt="2025-04-19T18:16:53.527" v="11019" actId="47"/>
        <pc:sldMkLst>
          <pc:docMk/>
          <pc:sldMk cId="1716021852" sldId="314"/>
        </pc:sldMkLst>
      </pc:sldChg>
      <pc:sldChg chg="addSp modSp new mod">
        <pc:chgData name="Procko, Tyler T." userId="34c324ce-7d86-42b7-9036-9ad78cae068d" providerId="ADAL" clId="{85AB0D61-CD8B-4BD2-82BC-49F02AF301FD}" dt="2025-04-19T14:40:50.094" v="6294" actId="14100"/>
        <pc:sldMkLst>
          <pc:docMk/>
          <pc:sldMk cId="4259193229" sldId="315"/>
        </pc:sldMkLst>
        <pc:spChg chg="mod">
          <ac:chgData name="Procko, Tyler T." userId="34c324ce-7d86-42b7-9036-9ad78cae068d" providerId="ADAL" clId="{85AB0D61-CD8B-4BD2-82BC-49F02AF301FD}" dt="2025-04-19T12:01:00.001" v="3941" actId="20577"/>
          <ac:spMkLst>
            <pc:docMk/>
            <pc:sldMk cId="4259193229" sldId="315"/>
            <ac:spMk id="2" creationId="{E8CB534E-F634-ADD5-8D83-7E626251F519}"/>
          </ac:spMkLst>
        </pc:spChg>
        <pc:spChg chg="mod">
          <ac:chgData name="Procko, Tyler T." userId="34c324ce-7d86-42b7-9036-9ad78cae068d" providerId="ADAL" clId="{85AB0D61-CD8B-4BD2-82BC-49F02AF301FD}" dt="2025-04-19T14:40:50.094" v="6294" actId="14100"/>
          <ac:spMkLst>
            <pc:docMk/>
            <pc:sldMk cId="4259193229" sldId="315"/>
            <ac:spMk id="3" creationId="{09D8A3BE-FD32-8B4B-A517-06DBB8ECFEEF}"/>
          </ac:spMkLst>
        </pc:spChg>
        <pc:picChg chg="add mod">
          <ac:chgData name="Procko, Tyler T." userId="34c324ce-7d86-42b7-9036-9ad78cae068d" providerId="ADAL" clId="{85AB0D61-CD8B-4BD2-82BC-49F02AF301FD}" dt="2025-04-18T21:50:38.314" v="2355" actId="1076"/>
          <ac:picMkLst>
            <pc:docMk/>
            <pc:sldMk cId="4259193229" sldId="315"/>
            <ac:picMk id="7" creationId="{7EB05DF8-0E17-6E11-0CC0-ECB8D4306CC7}"/>
          </ac:picMkLst>
        </pc:picChg>
      </pc:sldChg>
      <pc:sldChg chg="addSp modSp new del">
        <pc:chgData name="Procko, Tyler T." userId="34c324ce-7d86-42b7-9036-9ad78cae068d" providerId="ADAL" clId="{85AB0D61-CD8B-4BD2-82BC-49F02AF301FD}" dt="2025-04-19T13:44:10.555" v="6115" actId="47"/>
        <pc:sldMkLst>
          <pc:docMk/>
          <pc:sldMk cId="4219284847" sldId="316"/>
        </pc:sldMkLst>
      </pc:sldChg>
      <pc:sldChg chg="addSp modSp new del">
        <pc:chgData name="Procko, Tyler T." userId="34c324ce-7d86-42b7-9036-9ad78cae068d" providerId="ADAL" clId="{85AB0D61-CD8B-4BD2-82BC-49F02AF301FD}" dt="2025-04-18T20:36:29.163" v="1796" actId="47"/>
        <pc:sldMkLst>
          <pc:docMk/>
          <pc:sldMk cId="15034084" sldId="317"/>
        </pc:sldMkLst>
      </pc:sldChg>
      <pc:sldChg chg="addSp modSp new del">
        <pc:chgData name="Procko, Tyler T." userId="34c324ce-7d86-42b7-9036-9ad78cae068d" providerId="ADAL" clId="{85AB0D61-CD8B-4BD2-82BC-49F02AF301FD}" dt="2025-04-18T20:41:24.272" v="1824" actId="47"/>
        <pc:sldMkLst>
          <pc:docMk/>
          <pc:sldMk cId="1067728200" sldId="318"/>
        </pc:sldMkLst>
      </pc:sldChg>
      <pc:sldChg chg="addSp delSp modSp new mod ord">
        <pc:chgData name="Procko, Tyler T." userId="34c324ce-7d86-42b7-9036-9ad78cae068d" providerId="ADAL" clId="{85AB0D61-CD8B-4BD2-82BC-49F02AF301FD}" dt="2025-04-19T16:49:34.238" v="7993" actId="1582"/>
        <pc:sldMkLst>
          <pc:docMk/>
          <pc:sldMk cId="3225485468" sldId="319"/>
        </pc:sldMkLst>
        <pc:spChg chg="mod">
          <ac:chgData name="Procko, Tyler T." userId="34c324ce-7d86-42b7-9036-9ad78cae068d" providerId="ADAL" clId="{85AB0D61-CD8B-4BD2-82BC-49F02AF301FD}" dt="2025-04-19T14:58:48.517" v="7327" actId="20577"/>
          <ac:spMkLst>
            <pc:docMk/>
            <pc:sldMk cId="3225485468" sldId="319"/>
            <ac:spMk id="2" creationId="{C435034F-8A27-35A8-3244-F68FD418BA81}"/>
          </ac:spMkLst>
        </pc:spChg>
        <pc:spChg chg="mod">
          <ac:chgData name="Procko, Tyler T." userId="34c324ce-7d86-42b7-9036-9ad78cae068d" providerId="ADAL" clId="{85AB0D61-CD8B-4BD2-82BC-49F02AF301FD}" dt="2025-04-19T16:48:37.502" v="7979" actId="20577"/>
          <ac:spMkLst>
            <pc:docMk/>
            <pc:sldMk cId="3225485468" sldId="319"/>
            <ac:spMk id="3" creationId="{B32FB54E-A937-4419-069C-5CDCCD233E81}"/>
          </ac:spMkLst>
        </pc:spChg>
        <pc:spChg chg="add mod">
          <ac:chgData name="Procko, Tyler T." userId="34c324ce-7d86-42b7-9036-9ad78cae068d" providerId="ADAL" clId="{85AB0D61-CD8B-4BD2-82BC-49F02AF301FD}" dt="2025-04-19T15:00:57.286" v="7351" actId="1076"/>
          <ac:spMkLst>
            <pc:docMk/>
            <pc:sldMk cId="3225485468" sldId="319"/>
            <ac:spMk id="13" creationId="{772A98C2-7FFA-4373-AEBA-027FE7191206}"/>
          </ac:spMkLst>
        </pc:spChg>
        <pc:spChg chg="add mod">
          <ac:chgData name="Procko, Tyler T." userId="34c324ce-7d86-42b7-9036-9ad78cae068d" providerId="ADAL" clId="{85AB0D61-CD8B-4BD2-82BC-49F02AF301FD}" dt="2025-04-19T16:49:34.238" v="7993" actId="1582"/>
          <ac:spMkLst>
            <pc:docMk/>
            <pc:sldMk cId="3225485468" sldId="319"/>
            <ac:spMk id="14" creationId="{3AF3BF7C-9735-6369-F133-555D134DFF9F}"/>
          </ac:spMkLst>
        </pc:spChg>
        <pc:picChg chg="add mod">
          <ac:chgData name="Procko, Tyler T." userId="34c324ce-7d86-42b7-9036-9ad78cae068d" providerId="ADAL" clId="{85AB0D61-CD8B-4BD2-82BC-49F02AF301FD}" dt="2025-04-19T16:49:16.344" v="7989" actId="1076"/>
          <ac:picMkLst>
            <pc:docMk/>
            <pc:sldMk cId="3225485468" sldId="319"/>
            <ac:picMk id="7" creationId="{AC434BAC-D279-CA44-47FD-D7A4AB34D44C}"/>
          </ac:picMkLst>
        </pc:picChg>
      </pc:sldChg>
      <pc:sldChg chg="addSp modSp new mod modNotesTx">
        <pc:chgData name="Procko, Tyler T." userId="34c324ce-7d86-42b7-9036-9ad78cae068d" providerId="ADAL" clId="{85AB0D61-CD8B-4BD2-82BC-49F02AF301FD}" dt="2025-04-19T20:07:40.626" v="11686" actId="1076"/>
        <pc:sldMkLst>
          <pc:docMk/>
          <pc:sldMk cId="521712486" sldId="320"/>
        </pc:sldMkLst>
        <pc:spChg chg="mod">
          <ac:chgData name="Procko, Tyler T." userId="34c324ce-7d86-42b7-9036-9ad78cae068d" providerId="ADAL" clId="{85AB0D61-CD8B-4BD2-82BC-49F02AF301FD}" dt="2025-04-18T20:32:21.171" v="1633" actId="20577"/>
          <ac:spMkLst>
            <pc:docMk/>
            <pc:sldMk cId="521712486" sldId="320"/>
            <ac:spMk id="2" creationId="{16611AE7-00EB-A662-04CA-2D69A68833C8}"/>
          </ac:spMkLst>
        </pc:spChg>
        <pc:spChg chg="mod">
          <ac:chgData name="Procko, Tyler T." userId="34c324ce-7d86-42b7-9036-9ad78cae068d" providerId="ADAL" clId="{85AB0D61-CD8B-4BD2-82BC-49F02AF301FD}" dt="2025-04-19T20:07:04.940" v="11684" actId="27636"/>
          <ac:spMkLst>
            <pc:docMk/>
            <pc:sldMk cId="521712486" sldId="320"/>
            <ac:spMk id="3" creationId="{3C2A82CF-5C59-CAE0-FE30-2BAC19750D39}"/>
          </ac:spMkLst>
        </pc:spChg>
        <pc:spChg chg="add mod">
          <ac:chgData name="Procko, Tyler T." userId="34c324ce-7d86-42b7-9036-9ad78cae068d" providerId="ADAL" clId="{85AB0D61-CD8B-4BD2-82BC-49F02AF301FD}" dt="2025-04-19T20:07:40.626" v="11686" actId="1076"/>
          <ac:spMkLst>
            <pc:docMk/>
            <pc:sldMk cId="521712486" sldId="320"/>
            <ac:spMk id="9" creationId="{9E7FDA9C-6E11-75B7-69A3-F15B109529E3}"/>
          </ac:spMkLst>
        </pc:spChg>
        <pc:picChg chg="add mod">
          <ac:chgData name="Procko, Tyler T." userId="34c324ce-7d86-42b7-9036-9ad78cae068d" providerId="ADAL" clId="{85AB0D61-CD8B-4BD2-82BC-49F02AF301FD}" dt="2025-04-19T20:07:38.512" v="11685" actId="1076"/>
          <ac:picMkLst>
            <pc:docMk/>
            <pc:sldMk cId="521712486" sldId="320"/>
            <ac:picMk id="7" creationId="{21FA1757-9698-C904-C3F5-67F602A7F9F6}"/>
          </ac:picMkLst>
        </pc:picChg>
      </pc:sldChg>
      <pc:sldChg chg="addSp delSp modSp add mod modNotesTx">
        <pc:chgData name="Procko, Tyler T." userId="34c324ce-7d86-42b7-9036-9ad78cae068d" providerId="ADAL" clId="{85AB0D61-CD8B-4BD2-82BC-49F02AF301FD}" dt="2025-04-18T23:01:06.195" v="2937" actId="20577"/>
        <pc:sldMkLst>
          <pc:docMk/>
          <pc:sldMk cId="3688422974" sldId="321"/>
        </pc:sldMkLst>
        <pc:spChg chg="mod">
          <ac:chgData name="Procko, Tyler T." userId="34c324ce-7d86-42b7-9036-9ad78cae068d" providerId="ADAL" clId="{85AB0D61-CD8B-4BD2-82BC-49F02AF301FD}" dt="2025-04-18T20:32:28.153" v="1643" actId="20577"/>
          <ac:spMkLst>
            <pc:docMk/>
            <pc:sldMk cId="3688422974" sldId="321"/>
            <ac:spMk id="2" creationId="{762C6301-D3AD-D3D7-B73E-9B4E6996E1AF}"/>
          </ac:spMkLst>
        </pc:spChg>
        <pc:spChg chg="mod">
          <ac:chgData name="Procko, Tyler T." userId="34c324ce-7d86-42b7-9036-9ad78cae068d" providerId="ADAL" clId="{85AB0D61-CD8B-4BD2-82BC-49F02AF301FD}" dt="2025-04-18T22:59:14.349" v="2715" actId="20577"/>
          <ac:spMkLst>
            <pc:docMk/>
            <pc:sldMk cId="3688422974" sldId="321"/>
            <ac:spMk id="3" creationId="{73E71A9F-C606-C106-A319-3FD4EDC5BBDB}"/>
          </ac:spMkLst>
        </pc:spChg>
      </pc:sldChg>
      <pc:sldChg chg="addSp modSp new mod">
        <pc:chgData name="Procko, Tyler T." userId="34c324ce-7d86-42b7-9036-9ad78cae068d" providerId="ADAL" clId="{85AB0D61-CD8B-4BD2-82BC-49F02AF301FD}" dt="2025-04-18T23:49:33.327" v="3349" actId="1076"/>
        <pc:sldMkLst>
          <pc:docMk/>
          <pc:sldMk cId="3478066145" sldId="322"/>
        </pc:sldMkLst>
        <pc:spChg chg="mod">
          <ac:chgData name="Procko, Tyler T." userId="34c324ce-7d86-42b7-9036-9ad78cae068d" providerId="ADAL" clId="{85AB0D61-CD8B-4BD2-82BC-49F02AF301FD}" dt="2025-04-18T23:47:51.287" v="3260" actId="20577"/>
          <ac:spMkLst>
            <pc:docMk/>
            <pc:sldMk cId="3478066145" sldId="322"/>
            <ac:spMk id="2" creationId="{5A4400F1-65CC-EFC3-5EEC-F54F6C13D0F1}"/>
          </ac:spMkLst>
        </pc:spChg>
        <pc:spChg chg="mod">
          <ac:chgData name="Procko, Tyler T." userId="34c324ce-7d86-42b7-9036-9ad78cae068d" providerId="ADAL" clId="{85AB0D61-CD8B-4BD2-82BC-49F02AF301FD}" dt="2025-04-18T23:49:29.572" v="3348" actId="20577"/>
          <ac:spMkLst>
            <pc:docMk/>
            <pc:sldMk cId="3478066145" sldId="322"/>
            <ac:spMk id="3" creationId="{936DB7C7-AF1A-04C8-8F99-1CEA3F07DD13}"/>
          </ac:spMkLst>
        </pc:spChg>
        <pc:picChg chg="add mod">
          <ac:chgData name="Procko, Tyler T." userId="34c324ce-7d86-42b7-9036-9ad78cae068d" providerId="ADAL" clId="{85AB0D61-CD8B-4BD2-82BC-49F02AF301FD}" dt="2025-04-18T23:49:33.327" v="3349" actId="1076"/>
          <ac:picMkLst>
            <pc:docMk/>
            <pc:sldMk cId="3478066145" sldId="322"/>
            <ac:picMk id="7" creationId="{3D63D9ED-D5BE-8C07-D8FA-05D84B90D38A}"/>
          </ac:picMkLst>
        </pc:picChg>
      </pc:sldChg>
      <pc:sldChg chg="modSp add mod">
        <pc:chgData name="Procko, Tyler T." userId="34c324ce-7d86-42b7-9036-9ad78cae068d" providerId="ADAL" clId="{85AB0D61-CD8B-4BD2-82BC-49F02AF301FD}" dt="2025-04-20T00:37:27.309" v="11721" actId="5793"/>
        <pc:sldMkLst>
          <pc:docMk/>
          <pc:sldMk cId="1260431629" sldId="323"/>
        </pc:sldMkLst>
        <pc:spChg chg="mod">
          <ac:chgData name="Procko, Tyler T." userId="34c324ce-7d86-42b7-9036-9ad78cae068d" providerId="ADAL" clId="{85AB0D61-CD8B-4BD2-82BC-49F02AF301FD}" dt="2025-04-18T23:47:54.136" v="3261" actId="20577"/>
          <ac:spMkLst>
            <pc:docMk/>
            <pc:sldMk cId="1260431629" sldId="323"/>
            <ac:spMk id="2" creationId="{B8AF863A-77E4-E2A6-1A04-CDE81347B2A9}"/>
          </ac:spMkLst>
        </pc:spChg>
        <pc:spChg chg="mod">
          <ac:chgData name="Procko, Tyler T." userId="34c324ce-7d86-42b7-9036-9ad78cae068d" providerId="ADAL" clId="{85AB0D61-CD8B-4BD2-82BC-49F02AF301FD}" dt="2025-04-20T00:37:27.309" v="11721" actId="5793"/>
          <ac:spMkLst>
            <pc:docMk/>
            <pc:sldMk cId="1260431629" sldId="323"/>
            <ac:spMk id="3" creationId="{526406C5-2EFC-3D88-1017-620272306897}"/>
          </ac:spMkLst>
        </pc:spChg>
      </pc:sldChg>
      <pc:sldChg chg="modSp add mod">
        <pc:chgData name="Procko, Tyler T." userId="34c324ce-7d86-42b7-9036-9ad78cae068d" providerId="ADAL" clId="{85AB0D61-CD8B-4BD2-82BC-49F02AF301FD}" dt="2025-04-18T23:56:09.362" v="3537" actId="20577"/>
        <pc:sldMkLst>
          <pc:docMk/>
          <pc:sldMk cId="982122083" sldId="324"/>
        </pc:sldMkLst>
        <pc:spChg chg="mod">
          <ac:chgData name="Procko, Tyler T." userId="34c324ce-7d86-42b7-9036-9ad78cae068d" providerId="ADAL" clId="{85AB0D61-CD8B-4BD2-82BC-49F02AF301FD}" dt="2025-04-18T23:47:59.011" v="3262" actId="20577"/>
          <ac:spMkLst>
            <pc:docMk/>
            <pc:sldMk cId="982122083" sldId="324"/>
            <ac:spMk id="2" creationId="{C4AD4CF7-186A-6D09-1FF1-F8320CADA139}"/>
          </ac:spMkLst>
        </pc:spChg>
        <pc:spChg chg="mod">
          <ac:chgData name="Procko, Tyler T." userId="34c324ce-7d86-42b7-9036-9ad78cae068d" providerId="ADAL" clId="{85AB0D61-CD8B-4BD2-82BC-49F02AF301FD}" dt="2025-04-18T23:56:09.362" v="3537" actId="20577"/>
          <ac:spMkLst>
            <pc:docMk/>
            <pc:sldMk cId="982122083" sldId="324"/>
            <ac:spMk id="3" creationId="{8CD5468E-8041-209C-397D-54735DF2024C}"/>
          </ac:spMkLst>
        </pc:spChg>
      </pc:sldChg>
      <pc:sldChg chg="addSp delSp modSp new mod">
        <pc:chgData name="Procko, Tyler T." userId="34c324ce-7d86-42b7-9036-9ad78cae068d" providerId="ADAL" clId="{85AB0D61-CD8B-4BD2-82BC-49F02AF301FD}" dt="2025-04-20T01:14:16.696" v="11754" actId="27636"/>
        <pc:sldMkLst>
          <pc:docMk/>
          <pc:sldMk cId="4290328952" sldId="325"/>
        </pc:sldMkLst>
        <pc:spChg chg="mod">
          <ac:chgData name="Procko, Tyler T." userId="34c324ce-7d86-42b7-9036-9ad78cae068d" providerId="ADAL" clId="{85AB0D61-CD8B-4BD2-82BC-49F02AF301FD}" dt="2025-04-18T22:40:03.809" v="2596" actId="20577"/>
          <ac:spMkLst>
            <pc:docMk/>
            <pc:sldMk cId="4290328952" sldId="325"/>
            <ac:spMk id="2" creationId="{F92B1C50-8E2F-5F9E-B747-BC11BD1DF3D1}"/>
          </ac:spMkLst>
        </pc:spChg>
        <pc:spChg chg="add del mod">
          <ac:chgData name="Procko, Tyler T." userId="34c324ce-7d86-42b7-9036-9ad78cae068d" providerId="ADAL" clId="{85AB0D61-CD8B-4BD2-82BC-49F02AF301FD}" dt="2025-04-20T01:14:16.696" v="11754" actId="27636"/>
          <ac:spMkLst>
            <pc:docMk/>
            <pc:sldMk cId="4290328952" sldId="325"/>
            <ac:spMk id="3" creationId="{B3CAC082-C2D1-1EB0-BC13-322EC8F98109}"/>
          </ac:spMkLst>
        </pc:spChg>
        <pc:spChg chg="add mod">
          <ac:chgData name="Procko, Tyler T." userId="34c324ce-7d86-42b7-9036-9ad78cae068d" providerId="ADAL" clId="{85AB0D61-CD8B-4BD2-82BC-49F02AF301FD}" dt="2025-04-18T23:23:00.650" v="3087" actId="1076"/>
          <ac:spMkLst>
            <pc:docMk/>
            <pc:sldMk cId="4290328952" sldId="325"/>
            <ac:spMk id="11" creationId="{3D2B02ED-A7C4-5BA2-B51A-528424E95037}"/>
          </ac:spMkLst>
        </pc:spChg>
        <pc:picChg chg="add mod">
          <ac:chgData name="Procko, Tyler T." userId="34c324ce-7d86-42b7-9036-9ad78cae068d" providerId="ADAL" clId="{85AB0D61-CD8B-4BD2-82BC-49F02AF301FD}" dt="2025-04-18T23:23:26.686" v="3093" actId="1076"/>
          <ac:picMkLst>
            <pc:docMk/>
            <pc:sldMk cId="4290328952" sldId="325"/>
            <ac:picMk id="8" creationId="{BA690124-5DE8-74BD-564C-0A58817F6EFB}"/>
          </ac:picMkLst>
        </pc:picChg>
      </pc:sldChg>
      <pc:sldChg chg="addSp modSp add mod">
        <pc:chgData name="Procko, Tyler T." userId="34c324ce-7d86-42b7-9036-9ad78cae068d" providerId="ADAL" clId="{85AB0D61-CD8B-4BD2-82BC-49F02AF301FD}" dt="2025-04-20T01:16:12.322" v="11794" actId="27636"/>
        <pc:sldMkLst>
          <pc:docMk/>
          <pc:sldMk cId="1088454832" sldId="326"/>
        </pc:sldMkLst>
        <pc:spChg chg="mod">
          <ac:chgData name="Procko, Tyler T." userId="34c324ce-7d86-42b7-9036-9ad78cae068d" providerId="ADAL" clId="{85AB0D61-CD8B-4BD2-82BC-49F02AF301FD}" dt="2025-04-18T22:40:14.446" v="2612" actId="20577"/>
          <ac:spMkLst>
            <pc:docMk/>
            <pc:sldMk cId="1088454832" sldId="326"/>
            <ac:spMk id="2" creationId="{3C779E4B-8F87-5178-E263-146A27BEE9D0}"/>
          </ac:spMkLst>
        </pc:spChg>
        <pc:spChg chg="mod">
          <ac:chgData name="Procko, Tyler T." userId="34c324ce-7d86-42b7-9036-9ad78cae068d" providerId="ADAL" clId="{85AB0D61-CD8B-4BD2-82BC-49F02AF301FD}" dt="2025-04-20T01:16:12.322" v="11794" actId="27636"/>
          <ac:spMkLst>
            <pc:docMk/>
            <pc:sldMk cId="1088454832" sldId="326"/>
            <ac:spMk id="3" creationId="{EB71C5C4-8222-6718-A4C1-FE2A73C302A3}"/>
          </ac:spMkLst>
        </pc:spChg>
        <pc:picChg chg="add mod">
          <ac:chgData name="Procko, Tyler T." userId="34c324ce-7d86-42b7-9036-9ad78cae068d" providerId="ADAL" clId="{85AB0D61-CD8B-4BD2-82BC-49F02AF301FD}" dt="2025-04-19T17:26:34.329" v="8769" actId="1076"/>
          <ac:picMkLst>
            <pc:docMk/>
            <pc:sldMk cId="1088454832" sldId="326"/>
            <ac:picMk id="7" creationId="{18DCCB74-7238-CB04-CD68-7FB54CFC7E86}"/>
          </ac:picMkLst>
        </pc:picChg>
      </pc:sldChg>
      <pc:sldChg chg="modSp add del mod">
        <pc:chgData name="Procko, Tyler T." userId="34c324ce-7d86-42b7-9036-9ad78cae068d" providerId="ADAL" clId="{85AB0D61-CD8B-4BD2-82BC-49F02AF301FD}" dt="2025-04-19T17:37:30.405" v="8997" actId="47"/>
        <pc:sldMkLst>
          <pc:docMk/>
          <pc:sldMk cId="2143756902" sldId="327"/>
        </pc:sldMkLst>
      </pc:sldChg>
      <pc:sldChg chg="addSp modSp add mod ord">
        <pc:chgData name="Procko, Tyler T." userId="34c324ce-7d86-42b7-9036-9ad78cae068d" providerId="ADAL" clId="{85AB0D61-CD8B-4BD2-82BC-49F02AF301FD}" dt="2025-04-19T17:36:53.235" v="8996"/>
        <pc:sldMkLst>
          <pc:docMk/>
          <pc:sldMk cId="2083637463" sldId="328"/>
        </pc:sldMkLst>
        <pc:spChg chg="mod">
          <ac:chgData name="Procko, Tyler T." userId="34c324ce-7d86-42b7-9036-9ad78cae068d" providerId="ADAL" clId="{85AB0D61-CD8B-4BD2-82BC-49F02AF301FD}" dt="2025-04-19T17:36:53.235" v="8996"/>
          <ac:spMkLst>
            <pc:docMk/>
            <pc:sldMk cId="2083637463" sldId="328"/>
            <ac:spMk id="2" creationId="{66515692-58EE-21B4-FC9E-F88D687D1CD6}"/>
          </ac:spMkLst>
        </pc:spChg>
        <pc:spChg chg="mod">
          <ac:chgData name="Procko, Tyler T." userId="34c324ce-7d86-42b7-9036-9ad78cae068d" providerId="ADAL" clId="{85AB0D61-CD8B-4BD2-82BC-49F02AF301FD}" dt="2025-04-19T17:36:31.568" v="8994" actId="113"/>
          <ac:spMkLst>
            <pc:docMk/>
            <pc:sldMk cId="2083637463" sldId="328"/>
            <ac:spMk id="3" creationId="{0CF7666B-9D35-ABC4-D40C-14B67E468EDF}"/>
          </ac:spMkLst>
        </pc:spChg>
        <pc:spChg chg="add mod">
          <ac:chgData name="Procko, Tyler T." userId="34c324ce-7d86-42b7-9036-9ad78cae068d" providerId="ADAL" clId="{85AB0D61-CD8B-4BD2-82BC-49F02AF301FD}" dt="2025-04-19T17:36:08.058" v="8989" actId="1076"/>
          <ac:spMkLst>
            <pc:docMk/>
            <pc:sldMk cId="2083637463" sldId="328"/>
            <ac:spMk id="10" creationId="{F604DD5E-63D6-87BC-EE03-0DFFB635991C}"/>
          </ac:spMkLst>
        </pc:spChg>
        <pc:picChg chg="add mod modCrop">
          <ac:chgData name="Procko, Tyler T." userId="34c324ce-7d86-42b7-9036-9ad78cae068d" providerId="ADAL" clId="{85AB0D61-CD8B-4BD2-82BC-49F02AF301FD}" dt="2025-04-19T17:36:06.459" v="8988" actId="1076"/>
          <ac:picMkLst>
            <pc:docMk/>
            <pc:sldMk cId="2083637463" sldId="328"/>
            <ac:picMk id="8" creationId="{AB1593F7-37D7-CDAA-34D9-D9B34AE266B6}"/>
          </ac:picMkLst>
        </pc:picChg>
      </pc:sldChg>
      <pc:sldChg chg="addSp delSp modSp add mod modAnim">
        <pc:chgData name="Procko, Tyler T." userId="34c324ce-7d86-42b7-9036-9ad78cae068d" providerId="ADAL" clId="{85AB0D61-CD8B-4BD2-82BC-49F02AF301FD}" dt="2025-04-19T14:54:12.038" v="7089" actId="20577"/>
        <pc:sldMkLst>
          <pc:docMk/>
          <pc:sldMk cId="4014111923" sldId="329"/>
        </pc:sldMkLst>
        <pc:spChg chg="mod">
          <ac:chgData name="Procko, Tyler T." userId="34c324ce-7d86-42b7-9036-9ad78cae068d" providerId="ADAL" clId="{85AB0D61-CD8B-4BD2-82BC-49F02AF301FD}" dt="2025-04-19T14:54:12.038" v="7089" actId="20577"/>
          <ac:spMkLst>
            <pc:docMk/>
            <pc:sldMk cId="4014111923" sldId="329"/>
            <ac:spMk id="2" creationId="{3CF72BB1-99FC-6E37-ADA9-484595CB5614}"/>
          </ac:spMkLst>
        </pc:spChg>
        <pc:picChg chg="add mod">
          <ac:chgData name="Procko, Tyler T." userId="34c324ce-7d86-42b7-9036-9ad78cae068d" providerId="ADAL" clId="{85AB0D61-CD8B-4BD2-82BC-49F02AF301FD}" dt="2025-04-19T14:54:05.216" v="7064" actId="1076"/>
          <ac:picMkLst>
            <pc:docMk/>
            <pc:sldMk cId="4014111923" sldId="329"/>
            <ac:picMk id="8" creationId="{146F4102-09E4-4F9E-224C-751AB3431D24}"/>
          </ac:picMkLst>
        </pc:picChg>
      </pc:sldChg>
      <pc:sldChg chg="addSp delSp modSp new mod">
        <pc:chgData name="Procko, Tyler T." userId="34c324ce-7d86-42b7-9036-9ad78cae068d" providerId="ADAL" clId="{85AB0D61-CD8B-4BD2-82BC-49F02AF301FD}" dt="2025-04-18T23:59:47.986" v="3600" actId="1076"/>
        <pc:sldMkLst>
          <pc:docMk/>
          <pc:sldMk cId="1085143821" sldId="330"/>
        </pc:sldMkLst>
        <pc:spChg chg="mod">
          <ac:chgData name="Procko, Tyler T." userId="34c324ce-7d86-42b7-9036-9ad78cae068d" providerId="ADAL" clId="{85AB0D61-CD8B-4BD2-82BC-49F02AF301FD}" dt="2025-04-18T23:56:58.937" v="3567" actId="1076"/>
          <ac:spMkLst>
            <pc:docMk/>
            <pc:sldMk cId="1085143821" sldId="330"/>
            <ac:spMk id="3" creationId="{D69B9E80-7C99-1C49-ED83-1D6D5AFC8B17}"/>
          </ac:spMkLst>
        </pc:spChg>
        <pc:picChg chg="add mod">
          <ac:chgData name="Procko, Tyler T." userId="34c324ce-7d86-42b7-9036-9ad78cae068d" providerId="ADAL" clId="{85AB0D61-CD8B-4BD2-82BC-49F02AF301FD}" dt="2025-04-18T23:59:47.986" v="3600" actId="1076"/>
          <ac:picMkLst>
            <pc:docMk/>
            <pc:sldMk cId="1085143821" sldId="330"/>
            <ac:picMk id="7" creationId="{9795A3D5-4C7B-3A8E-1B18-6E751D2D03A8}"/>
          </ac:picMkLst>
        </pc:picChg>
        <pc:picChg chg="add mod">
          <ac:chgData name="Procko, Tyler T." userId="34c324ce-7d86-42b7-9036-9ad78cae068d" providerId="ADAL" clId="{85AB0D61-CD8B-4BD2-82BC-49F02AF301FD}" dt="2025-04-18T23:59:24.532" v="3594" actId="1076"/>
          <ac:picMkLst>
            <pc:docMk/>
            <pc:sldMk cId="1085143821" sldId="330"/>
            <ac:picMk id="8" creationId="{25701B91-897D-6083-3181-C1FC8E25E8E8}"/>
          </ac:picMkLst>
        </pc:picChg>
        <pc:picChg chg="add mod">
          <ac:chgData name="Procko, Tyler T." userId="34c324ce-7d86-42b7-9036-9ad78cae068d" providerId="ADAL" clId="{85AB0D61-CD8B-4BD2-82BC-49F02AF301FD}" dt="2025-04-18T23:59:27.184" v="3596" actId="1076"/>
          <ac:picMkLst>
            <pc:docMk/>
            <pc:sldMk cId="1085143821" sldId="330"/>
            <ac:picMk id="9" creationId="{04EB1005-642F-1ADC-9175-F9B94A764316}"/>
          </ac:picMkLst>
        </pc:picChg>
        <pc:picChg chg="add mod">
          <ac:chgData name="Procko, Tyler T." userId="34c324ce-7d86-42b7-9036-9ad78cae068d" providerId="ADAL" clId="{85AB0D61-CD8B-4BD2-82BC-49F02AF301FD}" dt="2025-04-18T23:59:43.416" v="3599" actId="1076"/>
          <ac:picMkLst>
            <pc:docMk/>
            <pc:sldMk cId="1085143821" sldId="330"/>
            <ac:picMk id="10" creationId="{4A9072A6-AB4F-6E1F-B845-AC93B758E675}"/>
          </ac:picMkLst>
        </pc:picChg>
      </pc:sldChg>
      <pc:sldChg chg="delSp modSp add mod">
        <pc:chgData name="Procko, Tyler T." userId="34c324ce-7d86-42b7-9036-9ad78cae068d" providerId="ADAL" clId="{85AB0D61-CD8B-4BD2-82BC-49F02AF301FD}" dt="2025-04-19T00:20:18.699" v="3665" actId="478"/>
        <pc:sldMkLst>
          <pc:docMk/>
          <pc:sldMk cId="2652499329" sldId="331"/>
        </pc:sldMkLst>
        <pc:spChg chg="mod">
          <ac:chgData name="Procko, Tyler T." userId="34c324ce-7d86-42b7-9036-9ad78cae068d" providerId="ADAL" clId="{85AB0D61-CD8B-4BD2-82BC-49F02AF301FD}" dt="2025-04-19T00:20:15.399" v="3661" actId="20577"/>
          <ac:spMkLst>
            <pc:docMk/>
            <pc:sldMk cId="2652499329" sldId="331"/>
            <ac:spMk id="3" creationId="{3DC16D72-B47C-B80F-BF1D-482185E43113}"/>
          </ac:spMkLst>
        </pc:spChg>
      </pc:sldChg>
      <pc:sldChg chg="modSp add mod">
        <pc:chgData name="Procko, Tyler T." userId="34c324ce-7d86-42b7-9036-9ad78cae068d" providerId="ADAL" clId="{85AB0D61-CD8B-4BD2-82BC-49F02AF301FD}" dt="2025-04-19T00:20:34.864" v="3680" actId="20577"/>
        <pc:sldMkLst>
          <pc:docMk/>
          <pc:sldMk cId="1514710119" sldId="332"/>
        </pc:sldMkLst>
        <pc:spChg chg="mod">
          <ac:chgData name="Procko, Tyler T." userId="34c324ce-7d86-42b7-9036-9ad78cae068d" providerId="ADAL" clId="{85AB0D61-CD8B-4BD2-82BC-49F02AF301FD}" dt="2025-04-19T00:20:34.864" v="3680" actId="20577"/>
          <ac:spMkLst>
            <pc:docMk/>
            <pc:sldMk cId="1514710119" sldId="332"/>
            <ac:spMk id="3" creationId="{C7F2DF70-D681-73F7-88D9-E6102BD952AF}"/>
          </ac:spMkLst>
        </pc:spChg>
      </pc:sldChg>
      <pc:sldChg chg="addSp modSp new mod">
        <pc:chgData name="Procko, Tyler T." userId="34c324ce-7d86-42b7-9036-9ad78cae068d" providerId="ADAL" clId="{85AB0D61-CD8B-4BD2-82BC-49F02AF301FD}" dt="2025-04-19T17:04:22.592" v="8543" actId="20577"/>
        <pc:sldMkLst>
          <pc:docMk/>
          <pc:sldMk cId="2134639195" sldId="333"/>
        </pc:sldMkLst>
        <pc:spChg chg="mod">
          <ac:chgData name="Procko, Tyler T." userId="34c324ce-7d86-42b7-9036-9ad78cae068d" providerId="ADAL" clId="{85AB0D61-CD8B-4BD2-82BC-49F02AF301FD}" dt="2025-04-19T11:55:46.002" v="3751" actId="20577"/>
          <ac:spMkLst>
            <pc:docMk/>
            <pc:sldMk cId="2134639195" sldId="333"/>
            <ac:spMk id="2" creationId="{CED430DD-34D1-1834-206A-CB91F2CDBD17}"/>
          </ac:spMkLst>
        </pc:spChg>
        <pc:spChg chg="mod">
          <ac:chgData name="Procko, Tyler T." userId="34c324ce-7d86-42b7-9036-9ad78cae068d" providerId="ADAL" clId="{85AB0D61-CD8B-4BD2-82BC-49F02AF301FD}" dt="2025-04-19T17:04:22.592" v="8543" actId="20577"/>
          <ac:spMkLst>
            <pc:docMk/>
            <pc:sldMk cId="2134639195" sldId="333"/>
            <ac:spMk id="3" creationId="{7360783B-1F6F-0A19-38EF-236645B7114F}"/>
          </ac:spMkLst>
        </pc:spChg>
        <pc:picChg chg="add mod">
          <ac:chgData name="Procko, Tyler T." userId="34c324ce-7d86-42b7-9036-9ad78cae068d" providerId="ADAL" clId="{85AB0D61-CD8B-4BD2-82BC-49F02AF301FD}" dt="2025-04-19T11:55:51.775" v="3754" actId="1076"/>
          <ac:picMkLst>
            <pc:docMk/>
            <pc:sldMk cId="2134639195" sldId="333"/>
            <ac:picMk id="7" creationId="{56292272-837C-9D11-C8D6-18E8B0F0AE90}"/>
          </ac:picMkLst>
        </pc:picChg>
      </pc:sldChg>
      <pc:sldChg chg="addSp modSp new mod ord">
        <pc:chgData name="Procko, Tyler T." userId="34c324ce-7d86-42b7-9036-9ad78cae068d" providerId="ADAL" clId="{85AB0D61-CD8B-4BD2-82BC-49F02AF301FD}" dt="2025-04-19T14:53:44.539" v="7062" actId="1076"/>
        <pc:sldMkLst>
          <pc:docMk/>
          <pc:sldMk cId="1046337223" sldId="334"/>
        </pc:sldMkLst>
        <pc:spChg chg="mod">
          <ac:chgData name="Procko, Tyler T." userId="34c324ce-7d86-42b7-9036-9ad78cae068d" providerId="ADAL" clId="{85AB0D61-CD8B-4BD2-82BC-49F02AF301FD}" dt="2025-04-19T14:52:13.462" v="6776" actId="20577"/>
          <ac:spMkLst>
            <pc:docMk/>
            <pc:sldMk cId="1046337223" sldId="334"/>
            <ac:spMk id="2" creationId="{2F77A4D0-3335-3ED8-3E76-F1FCF818B098}"/>
          </ac:spMkLst>
        </pc:spChg>
        <pc:spChg chg="mod">
          <ac:chgData name="Procko, Tyler T." userId="34c324ce-7d86-42b7-9036-9ad78cae068d" providerId="ADAL" clId="{85AB0D61-CD8B-4BD2-82BC-49F02AF301FD}" dt="2025-04-19T14:53:36.335" v="7059" actId="27636"/>
          <ac:spMkLst>
            <pc:docMk/>
            <pc:sldMk cId="1046337223" sldId="334"/>
            <ac:spMk id="3" creationId="{80239B11-9D00-513C-B424-8B354FEE6A80}"/>
          </ac:spMkLst>
        </pc:spChg>
        <pc:picChg chg="add mod">
          <ac:chgData name="Procko, Tyler T." userId="34c324ce-7d86-42b7-9036-9ad78cae068d" providerId="ADAL" clId="{85AB0D61-CD8B-4BD2-82BC-49F02AF301FD}" dt="2025-04-19T14:53:44.539" v="7062" actId="1076"/>
          <ac:picMkLst>
            <pc:docMk/>
            <pc:sldMk cId="1046337223" sldId="334"/>
            <ac:picMk id="7" creationId="{C61B0F06-2136-2E30-43EC-0A1A44DE891D}"/>
          </ac:picMkLst>
        </pc:picChg>
      </pc:sldChg>
      <pc:sldChg chg="addSp modSp new mod">
        <pc:chgData name="Procko, Tyler T." userId="34c324ce-7d86-42b7-9036-9ad78cae068d" providerId="ADAL" clId="{85AB0D61-CD8B-4BD2-82BC-49F02AF301FD}" dt="2025-04-19T14:50:02.144" v="6553" actId="5793"/>
        <pc:sldMkLst>
          <pc:docMk/>
          <pc:sldMk cId="907930184" sldId="335"/>
        </pc:sldMkLst>
        <pc:spChg chg="mod">
          <ac:chgData name="Procko, Tyler T." userId="34c324ce-7d86-42b7-9036-9ad78cae068d" providerId="ADAL" clId="{85AB0D61-CD8B-4BD2-82BC-49F02AF301FD}" dt="2025-04-19T11:57:20.627" v="3816" actId="20577"/>
          <ac:spMkLst>
            <pc:docMk/>
            <pc:sldMk cId="907930184" sldId="335"/>
            <ac:spMk id="2" creationId="{A0657047-6731-DCFC-794C-7FFF828ACC86}"/>
          </ac:spMkLst>
        </pc:spChg>
        <pc:spChg chg="mod">
          <ac:chgData name="Procko, Tyler T." userId="34c324ce-7d86-42b7-9036-9ad78cae068d" providerId="ADAL" clId="{85AB0D61-CD8B-4BD2-82BC-49F02AF301FD}" dt="2025-04-19T14:50:02.144" v="6553" actId="5793"/>
          <ac:spMkLst>
            <pc:docMk/>
            <pc:sldMk cId="907930184" sldId="335"/>
            <ac:spMk id="3" creationId="{91BCCDF1-78E5-8280-CF37-47A594E6C4C8}"/>
          </ac:spMkLst>
        </pc:spChg>
        <pc:picChg chg="add mod">
          <ac:chgData name="Procko, Tyler T." userId="34c324ce-7d86-42b7-9036-9ad78cae068d" providerId="ADAL" clId="{85AB0D61-CD8B-4BD2-82BC-49F02AF301FD}" dt="2025-04-19T14:49:57.898" v="6552" actId="1076"/>
          <ac:picMkLst>
            <pc:docMk/>
            <pc:sldMk cId="907930184" sldId="335"/>
            <ac:picMk id="7" creationId="{F420E7B5-2F2D-A7EE-72E9-3575A3069CC8}"/>
          </ac:picMkLst>
        </pc:picChg>
      </pc:sldChg>
      <pc:sldChg chg="addSp modSp new mod">
        <pc:chgData name="Procko, Tyler T." userId="34c324ce-7d86-42b7-9036-9ad78cae068d" providerId="ADAL" clId="{85AB0D61-CD8B-4BD2-82BC-49F02AF301FD}" dt="2025-04-19T17:04:50.918" v="8551" actId="20577"/>
        <pc:sldMkLst>
          <pc:docMk/>
          <pc:sldMk cId="2286300095" sldId="336"/>
        </pc:sldMkLst>
        <pc:spChg chg="mod">
          <ac:chgData name="Procko, Tyler T." userId="34c324ce-7d86-42b7-9036-9ad78cae068d" providerId="ADAL" clId="{85AB0D61-CD8B-4BD2-82BC-49F02AF301FD}" dt="2025-04-19T11:58:50.925" v="3917" actId="20577"/>
          <ac:spMkLst>
            <pc:docMk/>
            <pc:sldMk cId="2286300095" sldId="336"/>
            <ac:spMk id="2" creationId="{05E66073-46F7-385E-CE54-39ADEC9EDB81}"/>
          </ac:spMkLst>
        </pc:spChg>
        <pc:spChg chg="mod">
          <ac:chgData name="Procko, Tyler T." userId="34c324ce-7d86-42b7-9036-9ad78cae068d" providerId="ADAL" clId="{85AB0D61-CD8B-4BD2-82BC-49F02AF301FD}" dt="2025-04-19T17:04:50.918" v="8551" actId="20577"/>
          <ac:spMkLst>
            <pc:docMk/>
            <pc:sldMk cId="2286300095" sldId="336"/>
            <ac:spMk id="3" creationId="{C7E584DD-10B2-8472-FB45-CA6D6DD08D71}"/>
          </ac:spMkLst>
        </pc:spChg>
        <pc:picChg chg="add mod modCrop">
          <ac:chgData name="Procko, Tyler T." userId="34c324ce-7d86-42b7-9036-9ad78cae068d" providerId="ADAL" clId="{85AB0D61-CD8B-4BD2-82BC-49F02AF301FD}" dt="2025-04-19T14:40:32.667" v="6267" actId="1076"/>
          <ac:picMkLst>
            <pc:docMk/>
            <pc:sldMk cId="2286300095" sldId="336"/>
            <ac:picMk id="7" creationId="{D4B540FA-F1C0-DCFB-9A1B-BEF25B9C70F7}"/>
          </ac:picMkLst>
        </pc:picChg>
      </pc:sldChg>
      <pc:sldChg chg="addSp delSp modSp new mod">
        <pc:chgData name="Procko, Tyler T." userId="34c324ce-7d86-42b7-9036-9ad78cae068d" providerId="ADAL" clId="{85AB0D61-CD8B-4BD2-82BC-49F02AF301FD}" dt="2025-04-19T17:05:28.811" v="8571" actId="20577"/>
        <pc:sldMkLst>
          <pc:docMk/>
          <pc:sldMk cId="1033971301" sldId="337"/>
        </pc:sldMkLst>
        <pc:spChg chg="mod">
          <ac:chgData name="Procko, Tyler T." userId="34c324ce-7d86-42b7-9036-9ad78cae068d" providerId="ADAL" clId="{85AB0D61-CD8B-4BD2-82BC-49F02AF301FD}" dt="2025-04-19T11:58:17.296" v="3854" actId="20577"/>
          <ac:spMkLst>
            <pc:docMk/>
            <pc:sldMk cId="1033971301" sldId="337"/>
            <ac:spMk id="2" creationId="{DEB2AA14-F4AA-7495-4F07-4D26E5989A12}"/>
          </ac:spMkLst>
        </pc:spChg>
        <pc:spChg chg="mod">
          <ac:chgData name="Procko, Tyler T." userId="34c324ce-7d86-42b7-9036-9ad78cae068d" providerId="ADAL" clId="{85AB0D61-CD8B-4BD2-82BC-49F02AF301FD}" dt="2025-04-19T17:05:28.811" v="8571" actId="20577"/>
          <ac:spMkLst>
            <pc:docMk/>
            <pc:sldMk cId="1033971301" sldId="337"/>
            <ac:spMk id="3" creationId="{B3E5F1F0-B563-35DA-38A1-4E8FE126E27E}"/>
          </ac:spMkLst>
        </pc:spChg>
        <pc:spChg chg="add mod">
          <ac:chgData name="Procko, Tyler T." userId="34c324ce-7d86-42b7-9036-9ad78cae068d" providerId="ADAL" clId="{85AB0D61-CD8B-4BD2-82BC-49F02AF301FD}" dt="2025-04-19T16:59:26.092" v="8312" actId="1076"/>
          <ac:spMkLst>
            <pc:docMk/>
            <pc:sldMk cId="1033971301" sldId="337"/>
            <ac:spMk id="13" creationId="{D1AD713B-E9D9-D40C-130A-A4A0DECBF146}"/>
          </ac:spMkLst>
        </pc:spChg>
        <pc:picChg chg="add mod modCrop">
          <ac:chgData name="Procko, Tyler T." userId="34c324ce-7d86-42b7-9036-9ad78cae068d" providerId="ADAL" clId="{85AB0D61-CD8B-4BD2-82BC-49F02AF301FD}" dt="2025-04-19T16:54:48.718" v="8217" actId="1076"/>
          <ac:picMkLst>
            <pc:docMk/>
            <pc:sldMk cId="1033971301" sldId="337"/>
            <ac:picMk id="7" creationId="{1907A611-492A-2526-035A-74A16D6AC2A5}"/>
          </ac:picMkLst>
        </pc:picChg>
      </pc:sldChg>
      <pc:sldChg chg="addSp modSp new mod">
        <pc:chgData name="Procko, Tyler T." userId="34c324ce-7d86-42b7-9036-9ad78cae068d" providerId="ADAL" clId="{85AB0D61-CD8B-4BD2-82BC-49F02AF301FD}" dt="2025-04-19T20:04:31.606" v="11678" actId="1076"/>
        <pc:sldMkLst>
          <pc:docMk/>
          <pc:sldMk cId="471721801" sldId="338"/>
        </pc:sldMkLst>
        <pc:spChg chg="mod">
          <ac:chgData name="Procko, Tyler T." userId="34c324ce-7d86-42b7-9036-9ad78cae068d" providerId="ADAL" clId="{85AB0D61-CD8B-4BD2-82BC-49F02AF301FD}" dt="2025-04-19T11:58:36.969" v="3909" actId="20577"/>
          <ac:spMkLst>
            <pc:docMk/>
            <pc:sldMk cId="471721801" sldId="338"/>
            <ac:spMk id="2" creationId="{BABB56F1-09C8-00D4-224C-67A596DA0551}"/>
          </ac:spMkLst>
        </pc:spChg>
        <pc:spChg chg="mod">
          <ac:chgData name="Procko, Tyler T." userId="34c324ce-7d86-42b7-9036-9ad78cae068d" providerId="ADAL" clId="{85AB0D61-CD8B-4BD2-82BC-49F02AF301FD}" dt="2025-04-19T17:05:38.896" v="8575" actId="20577"/>
          <ac:spMkLst>
            <pc:docMk/>
            <pc:sldMk cId="471721801" sldId="338"/>
            <ac:spMk id="3" creationId="{780B28BC-BCED-0222-32A1-EA392BB93357}"/>
          </ac:spMkLst>
        </pc:spChg>
        <pc:spChg chg="add mod">
          <ac:chgData name="Procko, Tyler T." userId="34c324ce-7d86-42b7-9036-9ad78cae068d" providerId="ADAL" clId="{85AB0D61-CD8B-4BD2-82BC-49F02AF301FD}" dt="2025-04-19T20:04:31.606" v="11678" actId="1076"/>
          <ac:spMkLst>
            <pc:docMk/>
            <pc:sldMk cId="471721801" sldId="338"/>
            <ac:spMk id="9" creationId="{F5A754D3-9DA6-082B-8A82-C483EA841378}"/>
          </ac:spMkLst>
        </pc:spChg>
        <pc:picChg chg="add mod">
          <ac:chgData name="Procko, Tyler T." userId="34c324ce-7d86-42b7-9036-9ad78cae068d" providerId="ADAL" clId="{85AB0D61-CD8B-4BD2-82BC-49F02AF301FD}" dt="2025-04-19T20:04:28.621" v="11677" actId="1076"/>
          <ac:picMkLst>
            <pc:docMk/>
            <pc:sldMk cId="471721801" sldId="338"/>
            <ac:picMk id="7" creationId="{37860375-75DA-66BA-C9AF-EAFCEC2863FD}"/>
          </ac:picMkLst>
        </pc:picChg>
      </pc:sldChg>
      <pc:sldChg chg="addSp modSp new mod">
        <pc:chgData name="Procko, Tyler T." userId="34c324ce-7d86-42b7-9036-9ad78cae068d" providerId="ADAL" clId="{85AB0D61-CD8B-4BD2-82BC-49F02AF301FD}" dt="2025-04-19T13:34:01.782" v="5802" actId="20577"/>
        <pc:sldMkLst>
          <pc:docMk/>
          <pc:sldMk cId="647332558" sldId="339"/>
        </pc:sldMkLst>
        <pc:spChg chg="mod">
          <ac:chgData name="Procko, Tyler T." userId="34c324ce-7d86-42b7-9036-9ad78cae068d" providerId="ADAL" clId="{85AB0D61-CD8B-4BD2-82BC-49F02AF301FD}" dt="2025-04-19T12:55:38.850" v="4557" actId="20577"/>
          <ac:spMkLst>
            <pc:docMk/>
            <pc:sldMk cId="647332558" sldId="339"/>
            <ac:spMk id="2" creationId="{320FD6AB-3107-BC80-BA62-02080DCD1CD2}"/>
          </ac:spMkLst>
        </pc:spChg>
        <pc:spChg chg="mod">
          <ac:chgData name="Procko, Tyler T." userId="34c324ce-7d86-42b7-9036-9ad78cae068d" providerId="ADAL" clId="{85AB0D61-CD8B-4BD2-82BC-49F02AF301FD}" dt="2025-04-19T13:34:01.782" v="5802" actId="20577"/>
          <ac:spMkLst>
            <pc:docMk/>
            <pc:sldMk cId="647332558" sldId="339"/>
            <ac:spMk id="3" creationId="{0CC67256-6364-AD0E-908D-59700F79887C}"/>
          </ac:spMkLst>
        </pc:spChg>
        <pc:picChg chg="add mod">
          <ac:chgData name="Procko, Tyler T." userId="34c324ce-7d86-42b7-9036-9ad78cae068d" providerId="ADAL" clId="{85AB0D61-CD8B-4BD2-82BC-49F02AF301FD}" dt="2025-04-19T12:55:48.306" v="4560" actId="1076"/>
          <ac:picMkLst>
            <pc:docMk/>
            <pc:sldMk cId="647332558" sldId="339"/>
            <ac:picMk id="7" creationId="{47393311-4FEF-113D-20D6-60FDA25F2444}"/>
          </ac:picMkLst>
        </pc:picChg>
      </pc:sldChg>
      <pc:sldChg chg="addSp modSp new mod ord">
        <pc:chgData name="Procko, Tyler T." userId="34c324ce-7d86-42b7-9036-9ad78cae068d" providerId="ADAL" clId="{85AB0D61-CD8B-4BD2-82BC-49F02AF301FD}" dt="2025-04-19T20:04:48.725" v="11679" actId="5793"/>
        <pc:sldMkLst>
          <pc:docMk/>
          <pc:sldMk cId="2900779348" sldId="340"/>
        </pc:sldMkLst>
        <pc:spChg chg="mod">
          <ac:chgData name="Procko, Tyler T." userId="34c324ce-7d86-42b7-9036-9ad78cae068d" providerId="ADAL" clId="{85AB0D61-CD8B-4BD2-82BC-49F02AF301FD}" dt="2025-04-19T12:55:32.417" v="4525" actId="20577"/>
          <ac:spMkLst>
            <pc:docMk/>
            <pc:sldMk cId="2900779348" sldId="340"/>
            <ac:spMk id="2" creationId="{13F0D312-9735-8E85-5571-108EEB8BCF10}"/>
          </ac:spMkLst>
        </pc:spChg>
        <pc:spChg chg="mod">
          <ac:chgData name="Procko, Tyler T." userId="34c324ce-7d86-42b7-9036-9ad78cae068d" providerId="ADAL" clId="{85AB0D61-CD8B-4BD2-82BC-49F02AF301FD}" dt="2025-04-19T20:04:48.725" v="11679" actId="5793"/>
          <ac:spMkLst>
            <pc:docMk/>
            <pc:sldMk cId="2900779348" sldId="340"/>
            <ac:spMk id="3" creationId="{57063765-D8DC-AA59-BEF0-AE3AE86A40E3}"/>
          </ac:spMkLst>
        </pc:spChg>
        <pc:picChg chg="add mod">
          <ac:chgData name="Procko, Tyler T." userId="34c324ce-7d86-42b7-9036-9ad78cae068d" providerId="ADAL" clId="{85AB0D61-CD8B-4BD2-82BC-49F02AF301FD}" dt="2025-04-19T12:55:52.742" v="4561" actId="1076"/>
          <ac:picMkLst>
            <pc:docMk/>
            <pc:sldMk cId="2900779348" sldId="340"/>
            <ac:picMk id="7" creationId="{F1B94E63-CAD7-13CD-6E35-93E1C0DC33AE}"/>
          </ac:picMkLst>
        </pc:picChg>
      </pc:sldChg>
      <pc:sldChg chg="addSp delSp modSp new mod">
        <pc:chgData name="Procko, Tyler T." userId="34c324ce-7d86-42b7-9036-9ad78cae068d" providerId="ADAL" clId="{85AB0D61-CD8B-4BD2-82BC-49F02AF301FD}" dt="2025-04-19T13:43:16.820" v="6091" actId="27636"/>
        <pc:sldMkLst>
          <pc:docMk/>
          <pc:sldMk cId="2711814648" sldId="341"/>
        </pc:sldMkLst>
      </pc:sldChg>
      <pc:sldChg chg="modSp new mod modNotesTx">
        <pc:chgData name="Procko, Tyler T." userId="34c324ce-7d86-42b7-9036-9ad78cae068d" providerId="ADAL" clId="{85AB0D61-CD8B-4BD2-82BC-49F02AF301FD}" dt="2025-04-19T20:03:22.008" v="11674"/>
        <pc:sldMkLst>
          <pc:docMk/>
          <pc:sldMk cId="3449203914" sldId="342"/>
        </pc:sldMkLst>
        <pc:spChg chg="mod">
          <ac:chgData name="Procko, Tyler T." userId="34c324ce-7d86-42b7-9036-9ad78cae068d" providerId="ADAL" clId="{85AB0D61-CD8B-4BD2-82BC-49F02AF301FD}" dt="2025-04-19T12:01:05.397" v="3957" actId="20577"/>
          <ac:spMkLst>
            <pc:docMk/>
            <pc:sldMk cId="3449203914" sldId="342"/>
            <ac:spMk id="2" creationId="{ACEC0185-9279-A26C-7ADB-F437803F4EAC}"/>
          </ac:spMkLst>
        </pc:spChg>
        <pc:spChg chg="mod">
          <ac:chgData name="Procko, Tyler T." userId="34c324ce-7d86-42b7-9036-9ad78cae068d" providerId="ADAL" clId="{85AB0D61-CD8B-4BD2-82BC-49F02AF301FD}" dt="2025-04-19T20:03:21.154" v="11673" actId="21"/>
          <ac:spMkLst>
            <pc:docMk/>
            <pc:sldMk cId="3449203914" sldId="342"/>
            <ac:spMk id="3" creationId="{546230FF-2402-DD6A-AED4-3AE9564D4B50}"/>
          </ac:spMkLst>
        </pc:spChg>
      </pc:sldChg>
      <pc:sldChg chg="addSp delSp modSp new mod">
        <pc:chgData name="Procko, Tyler T." userId="34c324ce-7d86-42b7-9036-9ad78cae068d" providerId="ADAL" clId="{85AB0D61-CD8B-4BD2-82BC-49F02AF301FD}" dt="2025-04-19T13:43:34.342" v="6100" actId="478"/>
        <pc:sldMkLst>
          <pc:docMk/>
          <pc:sldMk cId="2446732048" sldId="343"/>
        </pc:sldMkLst>
        <pc:spChg chg="add mod">
          <ac:chgData name="Procko, Tyler T." userId="34c324ce-7d86-42b7-9036-9ad78cae068d" providerId="ADAL" clId="{85AB0D61-CD8B-4BD2-82BC-49F02AF301FD}" dt="2025-04-19T13:43:30.312" v="6099"/>
          <ac:spMkLst>
            <pc:docMk/>
            <pc:sldMk cId="2446732048" sldId="343"/>
            <ac:spMk id="13" creationId="{74903897-D68F-D79D-2FB6-9FBFE8C7A415}"/>
          </ac:spMkLst>
        </pc:spChg>
        <pc:picChg chg="add mod">
          <ac:chgData name="Procko, Tyler T." userId="34c324ce-7d86-42b7-9036-9ad78cae068d" providerId="ADAL" clId="{85AB0D61-CD8B-4BD2-82BC-49F02AF301FD}" dt="2025-04-19T13:03:08.650" v="4799" actId="1076"/>
          <ac:picMkLst>
            <pc:docMk/>
            <pc:sldMk cId="2446732048" sldId="343"/>
            <ac:picMk id="10" creationId="{4D66AF53-F74D-AF3C-9F11-B2299C65FFE5}"/>
          </ac:picMkLst>
        </pc:picChg>
      </pc:sldChg>
      <pc:sldChg chg="addSp delSp modSp add mod">
        <pc:chgData name="Procko, Tyler T." userId="34c324ce-7d86-42b7-9036-9ad78cae068d" providerId="ADAL" clId="{85AB0D61-CD8B-4BD2-82BC-49F02AF301FD}" dt="2025-04-19T13:43:26.323" v="6097" actId="478"/>
        <pc:sldMkLst>
          <pc:docMk/>
          <pc:sldMk cId="3778656749" sldId="344"/>
        </pc:sldMkLst>
        <pc:spChg chg="add mod">
          <ac:chgData name="Procko, Tyler T." userId="34c324ce-7d86-42b7-9036-9ad78cae068d" providerId="ADAL" clId="{85AB0D61-CD8B-4BD2-82BC-49F02AF301FD}" dt="2025-04-19T13:43:24.689" v="6096"/>
          <ac:spMkLst>
            <pc:docMk/>
            <pc:sldMk cId="3778656749" sldId="344"/>
            <ac:spMk id="9" creationId="{A84B3302-8FF2-D8DF-8F33-1F044938044F}"/>
          </ac:spMkLst>
        </pc:spChg>
        <pc:picChg chg="add mod">
          <ac:chgData name="Procko, Tyler T." userId="34c324ce-7d86-42b7-9036-9ad78cae068d" providerId="ADAL" clId="{85AB0D61-CD8B-4BD2-82BC-49F02AF301FD}" dt="2025-04-19T12:58:23.851" v="4674" actId="1076"/>
          <ac:picMkLst>
            <pc:docMk/>
            <pc:sldMk cId="3778656749" sldId="344"/>
            <ac:picMk id="2" creationId="{40596B17-4B7B-C494-620F-FFEF11DA4352}"/>
          </ac:picMkLst>
        </pc:picChg>
      </pc:sldChg>
      <pc:sldChg chg="addSp modSp new mod">
        <pc:chgData name="Procko, Tyler T." userId="34c324ce-7d86-42b7-9036-9ad78cae068d" providerId="ADAL" clId="{85AB0D61-CD8B-4BD2-82BC-49F02AF301FD}" dt="2025-04-20T01:16:00.466" v="11792" actId="27636"/>
        <pc:sldMkLst>
          <pc:docMk/>
          <pc:sldMk cId="696491884" sldId="345"/>
        </pc:sldMkLst>
        <pc:spChg chg="mod">
          <ac:chgData name="Procko, Tyler T." userId="34c324ce-7d86-42b7-9036-9ad78cae068d" providerId="ADAL" clId="{85AB0D61-CD8B-4BD2-82BC-49F02AF301FD}" dt="2025-04-19T13:00:48.165" v="4743" actId="20577"/>
          <ac:spMkLst>
            <pc:docMk/>
            <pc:sldMk cId="696491884" sldId="345"/>
            <ac:spMk id="2" creationId="{EEA0F0CA-1619-DCD0-6775-EFFF9973F881}"/>
          </ac:spMkLst>
        </pc:spChg>
        <pc:spChg chg="mod">
          <ac:chgData name="Procko, Tyler T." userId="34c324ce-7d86-42b7-9036-9ad78cae068d" providerId="ADAL" clId="{85AB0D61-CD8B-4BD2-82BC-49F02AF301FD}" dt="2025-04-20T01:16:00.466" v="11792" actId="27636"/>
          <ac:spMkLst>
            <pc:docMk/>
            <pc:sldMk cId="696491884" sldId="345"/>
            <ac:spMk id="3" creationId="{16E93CD1-8A0A-1A9D-7A1F-B41F39FEAF94}"/>
          </ac:spMkLst>
        </pc:spChg>
        <pc:picChg chg="add mod">
          <ac:chgData name="Procko, Tyler T." userId="34c324ce-7d86-42b7-9036-9ad78cae068d" providerId="ADAL" clId="{85AB0D61-CD8B-4BD2-82BC-49F02AF301FD}" dt="2025-04-19T18:01:09.849" v="10011" actId="1076"/>
          <ac:picMkLst>
            <pc:docMk/>
            <pc:sldMk cId="696491884" sldId="345"/>
            <ac:picMk id="7" creationId="{A25B8290-4FDA-3807-0DB9-AB262DA46764}"/>
          </ac:picMkLst>
        </pc:picChg>
      </pc:sldChg>
      <pc:sldChg chg="addSp modSp new mod">
        <pc:chgData name="Procko, Tyler T." userId="34c324ce-7d86-42b7-9036-9ad78cae068d" providerId="ADAL" clId="{85AB0D61-CD8B-4BD2-82BC-49F02AF301FD}" dt="2025-04-19T20:05:41.902" v="11682" actId="123"/>
        <pc:sldMkLst>
          <pc:docMk/>
          <pc:sldMk cId="1506493359" sldId="346"/>
        </pc:sldMkLst>
        <pc:spChg chg="mod">
          <ac:chgData name="Procko, Tyler T." userId="34c324ce-7d86-42b7-9036-9ad78cae068d" providerId="ADAL" clId="{85AB0D61-CD8B-4BD2-82BC-49F02AF301FD}" dt="2025-04-19T13:07:56.762" v="5084" actId="20577"/>
          <ac:spMkLst>
            <pc:docMk/>
            <pc:sldMk cId="1506493359" sldId="346"/>
            <ac:spMk id="2" creationId="{ABC171DB-08D4-2843-3998-5AADAB7E4271}"/>
          </ac:spMkLst>
        </pc:spChg>
        <pc:spChg chg="mod">
          <ac:chgData name="Procko, Tyler T." userId="34c324ce-7d86-42b7-9036-9ad78cae068d" providerId="ADAL" clId="{85AB0D61-CD8B-4BD2-82BC-49F02AF301FD}" dt="2025-04-19T20:05:41.902" v="11682" actId="123"/>
          <ac:spMkLst>
            <pc:docMk/>
            <pc:sldMk cId="1506493359" sldId="346"/>
            <ac:spMk id="3" creationId="{87C44308-6F8A-99F4-E3D1-A060A71CFE2D}"/>
          </ac:spMkLst>
        </pc:spChg>
        <pc:graphicFrameChg chg="add mod">
          <ac:chgData name="Procko, Tyler T." userId="34c324ce-7d86-42b7-9036-9ad78cae068d" providerId="ADAL" clId="{85AB0D61-CD8B-4BD2-82BC-49F02AF301FD}" dt="2025-04-19T13:11:47.411" v="5318" actId="14100"/>
          <ac:graphicFrameMkLst>
            <pc:docMk/>
            <pc:sldMk cId="1506493359" sldId="346"/>
            <ac:graphicFrameMk id="7" creationId="{E3A11D0A-7AD9-092D-59DD-CA9F4ED57C5D}"/>
          </ac:graphicFrameMkLst>
        </pc:graphicFrameChg>
        <pc:graphicFrameChg chg="add mod">
          <ac:chgData name="Procko, Tyler T." userId="34c324ce-7d86-42b7-9036-9ad78cae068d" providerId="ADAL" clId="{85AB0D61-CD8B-4BD2-82BC-49F02AF301FD}" dt="2025-04-19T13:11:57.225" v="5321" actId="1076"/>
          <ac:graphicFrameMkLst>
            <pc:docMk/>
            <pc:sldMk cId="1506493359" sldId="346"/>
            <ac:graphicFrameMk id="8" creationId="{A59800E0-6811-F2AC-34F5-ECEA9AE0C329}"/>
          </ac:graphicFrameMkLst>
        </pc:graphicFrameChg>
        <pc:graphicFrameChg chg="add mod">
          <ac:chgData name="Procko, Tyler T." userId="34c324ce-7d86-42b7-9036-9ad78cae068d" providerId="ADAL" clId="{85AB0D61-CD8B-4BD2-82BC-49F02AF301FD}" dt="2025-04-19T13:11:51.713" v="5320" actId="14100"/>
          <ac:graphicFrameMkLst>
            <pc:docMk/>
            <pc:sldMk cId="1506493359" sldId="346"/>
            <ac:graphicFrameMk id="9" creationId="{58916586-520A-C7D0-1948-E6F74B31E5F9}"/>
          </ac:graphicFrameMkLst>
        </pc:graphicFrameChg>
      </pc:sldChg>
      <pc:sldChg chg="addSp modSp new mod">
        <pc:chgData name="Procko, Tyler T." userId="34c324ce-7d86-42b7-9036-9ad78cae068d" providerId="ADAL" clId="{85AB0D61-CD8B-4BD2-82BC-49F02AF301FD}" dt="2025-04-19T18:09:28.976" v="10615" actId="20577"/>
        <pc:sldMkLst>
          <pc:docMk/>
          <pc:sldMk cId="4090474834" sldId="347"/>
        </pc:sldMkLst>
        <pc:spChg chg="mod">
          <ac:chgData name="Procko, Tyler T." userId="34c324ce-7d86-42b7-9036-9ad78cae068d" providerId="ADAL" clId="{85AB0D61-CD8B-4BD2-82BC-49F02AF301FD}" dt="2025-04-19T18:04:23.573" v="10138" actId="20577"/>
          <ac:spMkLst>
            <pc:docMk/>
            <pc:sldMk cId="4090474834" sldId="347"/>
            <ac:spMk id="2" creationId="{6EA9A359-E52E-2918-1134-B3228E212EAD}"/>
          </ac:spMkLst>
        </pc:spChg>
        <pc:spChg chg="mod">
          <ac:chgData name="Procko, Tyler T." userId="34c324ce-7d86-42b7-9036-9ad78cae068d" providerId="ADAL" clId="{85AB0D61-CD8B-4BD2-82BC-49F02AF301FD}" dt="2025-04-19T18:09:28.976" v="10615" actId="20577"/>
          <ac:spMkLst>
            <pc:docMk/>
            <pc:sldMk cId="4090474834" sldId="347"/>
            <ac:spMk id="3" creationId="{634F74A7-B667-53D9-1706-6E42C946F236}"/>
          </ac:spMkLst>
        </pc:spChg>
        <pc:picChg chg="add mod">
          <ac:chgData name="Procko, Tyler T." userId="34c324ce-7d86-42b7-9036-9ad78cae068d" providerId="ADAL" clId="{85AB0D61-CD8B-4BD2-82BC-49F02AF301FD}" dt="2025-04-19T18:09:21.075" v="10605" actId="1076"/>
          <ac:picMkLst>
            <pc:docMk/>
            <pc:sldMk cId="4090474834" sldId="347"/>
            <ac:picMk id="7" creationId="{96EC0106-1301-FAFF-DE68-FB816497D17A}"/>
          </ac:picMkLst>
        </pc:picChg>
      </pc:sldChg>
      <pc:sldChg chg="modSp add del mod">
        <pc:chgData name="Procko, Tyler T." userId="34c324ce-7d86-42b7-9036-9ad78cae068d" providerId="ADAL" clId="{85AB0D61-CD8B-4BD2-82BC-49F02AF301FD}" dt="2025-04-19T18:14:26.912" v="10841" actId="2696"/>
        <pc:sldMkLst>
          <pc:docMk/>
          <pc:sldMk cId="4138312176" sldId="348"/>
        </pc:sldMkLst>
      </pc:sldChg>
      <pc:sldChg chg="add">
        <pc:chgData name="Procko, Tyler T." userId="34c324ce-7d86-42b7-9036-9ad78cae068d" providerId="ADAL" clId="{85AB0D61-CD8B-4BD2-82BC-49F02AF301FD}" dt="2025-04-19T14:58:18.454" v="7295"/>
        <pc:sldMkLst>
          <pc:docMk/>
          <pc:sldMk cId="3783917974" sldId="349"/>
        </pc:sldMkLst>
      </pc:sldChg>
      <pc:sldChg chg="addSp delSp modSp add mod">
        <pc:chgData name="Procko, Tyler T." userId="34c324ce-7d86-42b7-9036-9ad78cae068d" providerId="ADAL" clId="{85AB0D61-CD8B-4BD2-82BC-49F02AF301FD}" dt="2025-04-19T17:05:07.175" v="8561" actId="20577"/>
        <pc:sldMkLst>
          <pc:docMk/>
          <pc:sldMk cId="1486615612" sldId="350"/>
        </pc:sldMkLst>
        <pc:spChg chg="mod">
          <ac:chgData name="Procko, Tyler T." userId="34c324ce-7d86-42b7-9036-9ad78cae068d" providerId="ADAL" clId="{85AB0D61-CD8B-4BD2-82BC-49F02AF301FD}" dt="2025-04-19T16:44:05.485" v="7650" actId="20577"/>
          <ac:spMkLst>
            <pc:docMk/>
            <pc:sldMk cId="1486615612" sldId="350"/>
            <ac:spMk id="2" creationId="{C2BC0B69-16B3-6900-B7C8-46A750AC28D0}"/>
          </ac:spMkLst>
        </pc:spChg>
        <pc:spChg chg="mod">
          <ac:chgData name="Procko, Tyler T." userId="34c324ce-7d86-42b7-9036-9ad78cae068d" providerId="ADAL" clId="{85AB0D61-CD8B-4BD2-82BC-49F02AF301FD}" dt="2025-04-19T17:05:07.175" v="8561" actId="20577"/>
          <ac:spMkLst>
            <pc:docMk/>
            <pc:sldMk cId="1486615612" sldId="350"/>
            <ac:spMk id="3" creationId="{63177686-E33E-ABE2-24F5-1C2D3F27FB29}"/>
          </ac:spMkLst>
        </pc:spChg>
        <pc:picChg chg="add mod">
          <ac:chgData name="Procko, Tyler T." userId="34c324ce-7d86-42b7-9036-9ad78cae068d" providerId="ADAL" clId="{85AB0D61-CD8B-4BD2-82BC-49F02AF301FD}" dt="2025-04-19T16:46:14.152" v="7697" actId="1076"/>
          <ac:picMkLst>
            <pc:docMk/>
            <pc:sldMk cId="1486615612" sldId="350"/>
            <ac:picMk id="8" creationId="{25222A00-073E-238C-17B6-60E4A9B9B8D2}"/>
          </ac:picMkLst>
        </pc:picChg>
        <pc:picChg chg="add mod">
          <ac:chgData name="Procko, Tyler T." userId="34c324ce-7d86-42b7-9036-9ad78cae068d" providerId="ADAL" clId="{85AB0D61-CD8B-4BD2-82BC-49F02AF301FD}" dt="2025-04-19T16:46:08.389" v="7694" actId="1076"/>
          <ac:picMkLst>
            <pc:docMk/>
            <pc:sldMk cId="1486615612" sldId="350"/>
            <ac:picMk id="10" creationId="{D2445A4D-3BC4-6D1A-9DB9-7C17AACD85D5}"/>
          </ac:picMkLst>
        </pc:picChg>
      </pc:sldChg>
      <pc:sldChg chg="addSp delSp modSp add del mod">
        <pc:chgData name="Procko, Tyler T." userId="34c324ce-7d86-42b7-9036-9ad78cae068d" providerId="ADAL" clId="{85AB0D61-CD8B-4BD2-82BC-49F02AF301FD}" dt="2025-04-19T17:06:13.914" v="8589"/>
        <pc:sldMkLst>
          <pc:docMk/>
          <pc:sldMk cId="825362829" sldId="351"/>
        </pc:sldMkLst>
        <pc:spChg chg="mod">
          <ac:chgData name="Procko, Tyler T." userId="34c324ce-7d86-42b7-9036-9ad78cae068d" providerId="ADAL" clId="{85AB0D61-CD8B-4BD2-82BC-49F02AF301FD}" dt="2025-04-19T15:16:24.707" v="7553" actId="20577"/>
          <ac:spMkLst>
            <pc:docMk/>
            <pc:sldMk cId="825362829" sldId="351"/>
            <ac:spMk id="2" creationId="{381580D0-FA78-0406-B4BA-F45616A38875}"/>
          </ac:spMkLst>
        </pc:spChg>
        <pc:spChg chg="mod">
          <ac:chgData name="Procko, Tyler T." userId="34c324ce-7d86-42b7-9036-9ad78cae068d" providerId="ADAL" clId="{85AB0D61-CD8B-4BD2-82BC-49F02AF301FD}" dt="2025-04-19T17:06:13.914" v="8589"/>
          <ac:spMkLst>
            <pc:docMk/>
            <pc:sldMk cId="825362829" sldId="351"/>
            <ac:spMk id="3" creationId="{C36ADCE7-189D-3944-2181-FB998181C569}"/>
          </ac:spMkLst>
        </pc:spChg>
      </pc:sldChg>
      <pc:sldChg chg="addSp delSp modSp new mod ord">
        <pc:chgData name="Procko, Tyler T." userId="34c324ce-7d86-42b7-9036-9ad78cae068d" providerId="ADAL" clId="{85AB0D61-CD8B-4BD2-82BC-49F02AF301FD}" dt="2025-04-19T17:53:32.899" v="9850" actId="1076"/>
        <pc:sldMkLst>
          <pc:docMk/>
          <pc:sldMk cId="3079644435" sldId="352"/>
        </pc:sldMkLst>
        <pc:spChg chg="mod">
          <ac:chgData name="Procko, Tyler T." userId="34c324ce-7d86-42b7-9036-9ad78cae068d" providerId="ADAL" clId="{85AB0D61-CD8B-4BD2-82BC-49F02AF301FD}" dt="2025-04-19T15:18:13.194" v="7599" actId="20577"/>
          <ac:spMkLst>
            <pc:docMk/>
            <pc:sldMk cId="3079644435" sldId="352"/>
            <ac:spMk id="2" creationId="{05C4122B-E663-1323-E5F2-76D2949F1314}"/>
          </ac:spMkLst>
        </pc:spChg>
        <pc:spChg chg="add mod">
          <ac:chgData name="Procko, Tyler T." userId="34c324ce-7d86-42b7-9036-9ad78cae068d" providerId="ADAL" clId="{85AB0D61-CD8B-4BD2-82BC-49F02AF301FD}" dt="2025-04-19T17:53:13.122" v="9845" actId="15"/>
          <ac:spMkLst>
            <pc:docMk/>
            <pc:sldMk cId="3079644435" sldId="352"/>
            <ac:spMk id="8" creationId="{F32F4FE4-D770-7C4F-0D52-BE412DD8AADA}"/>
          </ac:spMkLst>
        </pc:spChg>
        <pc:graphicFrameChg chg="add mod modGraphic">
          <ac:chgData name="Procko, Tyler T." userId="34c324ce-7d86-42b7-9036-9ad78cae068d" providerId="ADAL" clId="{85AB0D61-CD8B-4BD2-82BC-49F02AF301FD}" dt="2025-04-19T17:53:32.899" v="9850" actId="1076"/>
          <ac:graphicFrameMkLst>
            <pc:docMk/>
            <pc:sldMk cId="3079644435" sldId="352"/>
            <ac:graphicFrameMk id="7" creationId="{ECBBF4DD-40B9-B809-F379-3C365036BFE3}"/>
          </ac:graphicFrameMkLst>
        </pc:graphicFrameChg>
      </pc:sldChg>
      <pc:sldChg chg="delSp modSp add mod">
        <pc:chgData name="Procko, Tyler T." userId="34c324ce-7d86-42b7-9036-9ad78cae068d" providerId="ADAL" clId="{85AB0D61-CD8B-4BD2-82BC-49F02AF301FD}" dt="2025-04-19T18:03:01.228" v="10088" actId="20577"/>
        <pc:sldMkLst>
          <pc:docMk/>
          <pc:sldMk cId="2113170798" sldId="353"/>
        </pc:sldMkLst>
        <pc:spChg chg="mod">
          <ac:chgData name="Procko, Tyler T." userId="34c324ce-7d86-42b7-9036-9ad78cae068d" providerId="ADAL" clId="{85AB0D61-CD8B-4BD2-82BC-49F02AF301FD}" dt="2025-04-19T16:53:31.886" v="8141" actId="20577"/>
          <ac:spMkLst>
            <pc:docMk/>
            <pc:sldMk cId="2113170798" sldId="353"/>
            <ac:spMk id="2" creationId="{F6F66F72-11DD-E668-A7A6-AF327DAF3F6B}"/>
          </ac:spMkLst>
        </pc:spChg>
        <pc:spChg chg="mod">
          <ac:chgData name="Procko, Tyler T." userId="34c324ce-7d86-42b7-9036-9ad78cae068d" providerId="ADAL" clId="{85AB0D61-CD8B-4BD2-82BC-49F02AF301FD}" dt="2025-04-19T18:03:01.228" v="10088" actId="20577"/>
          <ac:spMkLst>
            <pc:docMk/>
            <pc:sldMk cId="2113170798" sldId="353"/>
            <ac:spMk id="3" creationId="{59C1FF92-C5EA-0AF1-4EB0-5D0FC4C00EDF}"/>
          </ac:spMkLst>
        </pc:spChg>
      </pc:sldChg>
      <pc:sldChg chg="delSp modSp add mod">
        <pc:chgData name="Procko, Tyler T." userId="34c324ce-7d86-42b7-9036-9ad78cae068d" providerId="ADAL" clId="{85AB0D61-CD8B-4BD2-82BC-49F02AF301FD}" dt="2025-04-19T17:37:58.845" v="9001" actId="6549"/>
        <pc:sldMkLst>
          <pc:docMk/>
          <pc:sldMk cId="1320763092" sldId="354"/>
        </pc:sldMkLst>
        <pc:spChg chg="mod">
          <ac:chgData name="Procko, Tyler T." userId="34c324ce-7d86-42b7-9036-9ad78cae068d" providerId="ADAL" clId="{85AB0D61-CD8B-4BD2-82BC-49F02AF301FD}" dt="2025-04-19T17:07:35.226" v="8640" actId="20577"/>
          <ac:spMkLst>
            <pc:docMk/>
            <pc:sldMk cId="1320763092" sldId="354"/>
            <ac:spMk id="2" creationId="{873CB14F-A285-68EB-86DB-BFDB3FC7774A}"/>
          </ac:spMkLst>
        </pc:spChg>
        <pc:spChg chg="mod">
          <ac:chgData name="Procko, Tyler T." userId="34c324ce-7d86-42b7-9036-9ad78cae068d" providerId="ADAL" clId="{85AB0D61-CD8B-4BD2-82BC-49F02AF301FD}" dt="2025-04-19T17:37:58.845" v="9001" actId="6549"/>
          <ac:spMkLst>
            <pc:docMk/>
            <pc:sldMk cId="1320763092" sldId="354"/>
            <ac:spMk id="3" creationId="{0B0F2B7F-1AC6-A496-9014-365EA502A84A}"/>
          </ac:spMkLst>
        </pc:spChg>
      </pc:sldChg>
      <pc:sldChg chg="modSp new mod">
        <pc:chgData name="Procko, Tyler T." userId="34c324ce-7d86-42b7-9036-9ad78cae068d" providerId="ADAL" clId="{85AB0D61-CD8B-4BD2-82BC-49F02AF301FD}" dt="2025-04-19T17:38:01.706" v="9004" actId="6549"/>
        <pc:sldMkLst>
          <pc:docMk/>
          <pc:sldMk cId="4177004333" sldId="355"/>
        </pc:sldMkLst>
        <pc:spChg chg="mod">
          <ac:chgData name="Procko, Tyler T." userId="34c324ce-7d86-42b7-9036-9ad78cae068d" providerId="ADAL" clId="{85AB0D61-CD8B-4BD2-82BC-49F02AF301FD}" dt="2025-04-19T17:08:07.835" v="8673" actId="20577"/>
          <ac:spMkLst>
            <pc:docMk/>
            <pc:sldMk cId="4177004333" sldId="355"/>
            <ac:spMk id="2" creationId="{F77D2FB7-791C-EFB7-C8BA-51B76F19CA7D}"/>
          </ac:spMkLst>
        </pc:spChg>
        <pc:spChg chg="mod">
          <ac:chgData name="Procko, Tyler T." userId="34c324ce-7d86-42b7-9036-9ad78cae068d" providerId="ADAL" clId="{85AB0D61-CD8B-4BD2-82BC-49F02AF301FD}" dt="2025-04-19T17:38:01.706" v="9004" actId="6549"/>
          <ac:spMkLst>
            <pc:docMk/>
            <pc:sldMk cId="4177004333" sldId="355"/>
            <ac:spMk id="3" creationId="{D3DA8DA9-C393-1E63-6755-1E337A3E982D}"/>
          </ac:spMkLst>
        </pc:spChg>
      </pc:sldChg>
      <pc:sldChg chg="delSp modSp add mod">
        <pc:chgData name="Procko, Tyler T." userId="34c324ce-7d86-42b7-9036-9ad78cae068d" providerId="ADAL" clId="{85AB0D61-CD8B-4BD2-82BC-49F02AF301FD}" dt="2025-04-19T17:38:03.501" v="9007" actId="6549"/>
        <pc:sldMkLst>
          <pc:docMk/>
          <pc:sldMk cId="3750163563" sldId="356"/>
        </pc:sldMkLst>
        <pc:spChg chg="mod">
          <ac:chgData name="Procko, Tyler T." userId="34c324ce-7d86-42b7-9036-9ad78cae068d" providerId="ADAL" clId="{85AB0D61-CD8B-4BD2-82BC-49F02AF301FD}" dt="2025-04-19T17:08:30.458" v="8682"/>
          <ac:spMkLst>
            <pc:docMk/>
            <pc:sldMk cId="3750163563" sldId="356"/>
            <ac:spMk id="2" creationId="{985B79E8-2518-722B-DADF-FDB9428954F9}"/>
          </ac:spMkLst>
        </pc:spChg>
        <pc:spChg chg="mod">
          <ac:chgData name="Procko, Tyler T." userId="34c324ce-7d86-42b7-9036-9ad78cae068d" providerId="ADAL" clId="{85AB0D61-CD8B-4BD2-82BC-49F02AF301FD}" dt="2025-04-19T17:38:03.501" v="9007" actId="6549"/>
          <ac:spMkLst>
            <pc:docMk/>
            <pc:sldMk cId="3750163563" sldId="356"/>
            <ac:spMk id="3" creationId="{63027AC8-9A44-A315-AD0E-39C1A06D6B78}"/>
          </ac:spMkLst>
        </pc:spChg>
      </pc:sldChg>
      <pc:sldChg chg="delSp modSp add mod">
        <pc:chgData name="Procko, Tyler T." userId="34c324ce-7d86-42b7-9036-9ad78cae068d" providerId="ADAL" clId="{85AB0D61-CD8B-4BD2-82BC-49F02AF301FD}" dt="2025-04-19T20:01:34.314" v="11672" actId="20577"/>
        <pc:sldMkLst>
          <pc:docMk/>
          <pc:sldMk cId="450424683" sldId="357"/>
        </pc:sldMkLst>
        <pc:spChg chg="mod">
          <ac:chgData name="Procko, Tyler T." userId="34c324ce-7d86-42b7-9036-9ad78cae068d" providerId="ADAL" clId="{85AB0D61-CD8B-4BD2-82BC-49F02AF301FD}" dt="2025-04-19T17:23:19.765" v="8710" actId="20577"/>
          <ac:spMkLst>
            <pc:docMk/>
            <pc:sldMk cId="450424683" sldId="357"/>
            <ac:spMk id="2" creationId="{989D8BBC-97F5-1284-B017-F015BA672776}"/>
          </ac:spMkLst>
        </pc:spChg>
        <pc:spChg chg="mod">
          <ac:chgData name="Procko, Tyler T." userId="34c324ce-7d86-42b7-9036-9ad78cae068d" providerId="ADAL" clId="{85AB0D61-CD8B-4BD2-82BC-49F02AF301FD}" dt="2025-04-19T20:01:34.314" v="11672" actId="20577"/>
          <ac:spMkLst>
            <pc:docMk/>
            <pc:sldMk cId="450424683" sldId="357"/>
            <ac:spMk id="3" creationId="{E578DFA0-3594-1237-634C-EACCCEBA7676}"/>
          </ac:spMkLst>
        </pc:spChg>
      </pc:sldChg>
      <pc:sldChg chg="addSp modSp new mod">
        <pc:chgData name="Procko, Tyler T." userId="34c324ce-7d86-42b7-9036-9ad78cae068d" providerId="ADAL" clId="{85AB0D61-CD8B-4BD2-82BC-49F02AF301FD}" dt="2025-04-19T17:50:36.263" v="9605" actId="20577"/>
        <pc:sldMkLst>
          <pc:docMk/>
          <pc:sldMk cId="2755591181" sldId="358"/>
        </pc:sldMkLst>
        <pc:spChg chg="mod">
          <ac:chgData name="Procko, Tyler T." userId="34c324ce-7d86-42b7-9036-9ad78cae068d" providerId="ADAL" clId="{85AB0D61-CD8B-4BD2-82BC-49F02AF301FD}" dt="2025-04-19T17:27:42.629" v="8814" actId="20577"/>
          <ac:spMkLst>
            <pc:docMk/>
            <pc:sldMk cId="2755591181" sldId="358"/>
            <ac:spMk id="2" creationId="{A3EA4202-740D-7F2E-BB40-BA4D45DACCEC}"/>
          </ac:spMkLst>
        </pc:spChg>
        <pc:spChg chg="mod">
          <ac:chgData name="Procko, Tyler T." userId="34c324ce-7d86-42b7-9036-9ad78cae068d" providerId="ADAL" clId="{85AB0D61-CD8B-4BD2-82BC-49F02AF301FD}" dt="2025-04-19T17:50:36.263" v="9605" actId="20577"/>
          <ac:spMkLst>
            <pc:docMk/>
            <pc:sldMk cId="2755591181" sldId="358"/>
            <ac:spMk id="3" creationId="{E960D0B0-EE76-ACCF-C834-E5EF3EECEBCA}"/>
          </ac:spMkLst>
        </pc:spChg>
        <pc:picChg chg="add mod">
          <ac:chgData name="Procko, Tyler T." userId="34c324ce-7d86-42b7-9036-9ad78cae068d" providerId="ADAL" clId="{85AB0D61-CD8B-4BD2-82BC-49F02AF301FD}" dt="2025-04-19T17:47:57.519" v="9379" actId="1076"/>
          <ac:picMkLst>
            <pc:docMk/>
            <pc:sldMk cId="2755591181" sldId="358"/>
            <ac:picMk id="7" creationId="{731ED309-8DE2-E7EB-E76A-DAC0FCE45672}"/>
          </ac:picMkLst>
        </pc:picChg>
        <pc:picChg chg="add mod">
          <ac:chgData name="Procko, Tyler T." userId="34c324ce-7d86-42b7-9036-9ad78cae068d" providerId="ADAL" clId="{85AB0D61-CD8B-4BD2-82BC-49F02AF301FD}" dt="2025-04-19T17:47:58.894" v="9380" actId="1076"/>
          <ac:picMkLst>
            <pc:docMk/>
            <pc:sldMk cId="2755591181" sldId="358"/>
            <ac:picMk id="8" creationId="{75EA158A-7122-CD46-D908-4BEB5AA9604B}"/>
          </ac:picMkLst>
        </pc:picChg>
      </pc:sldChg>
      <pc:sldChg chg="addSp delSp modSp new mod">
        <pc:chgData name="Procko, Tyler T." userId="34c324ce-7d86-42b7-9036-9ad78cae068d" providerId="ADAL" clId="{85AB0D61-CD8B-4BD2-82BC-49F02AF301FD}" dt="2025-04-19T17:53:37.679" v="9852" actId="403"/>
        <pc:sldMkLst>
          <pc:docMk/>
          <pc:sldMk cId="2022448253" sldId="359"/>
        </pc:sldMkLst>
        <pc:spChg chg="add del mod">
          <ac:chgData name="Procko, Tyler T." userId="34c324ce-7d86-42b7-9036-9ad78cae068d" providerId="ADAL" clId="{85AB0D61-CD8B-4BD2-82BC-49F02AF301FD}" dt="2025-04-19T17:45:46.441" v="9208"/>
          <ac:spMkLst>
            <pc:docMk/>
            <pc:sldMk cId="2022448253" sldId="359"/>
            <ac:spMk id="2" creationId="{3993B4D3-C467-BF1F-882A-BB996284C527}"/>
          </ac:spMkLst>
        </pc:spChg>
        <pc:graphicFrameChg chg="add mod modGraphic">
          <ac:chgData name="Procko, Tyler T." userId="34c324ce-7d86-42b7-9036-9ad78cae068d" providerId="ADAL" clId="{85AB0D61-CD8B-4BD2-82BC-49F02AF301FD}" dt="2025-04-19T17:53:37.679" v="9852" actId="403"/>
          <ac:graphicFrameMkLst>
            <pc:docMk/>
            <pc:sldMk cId="2022448253" sldId="359"/>
            <ac:graphicFrameMk id="7" creationId="{434C96FF-2212-ADB3-6E5D-5FA8721CB2DF}"/>
          </ac:graphicFrameMkLst>
        </pc:graphicFrameChg>
      </pc:sldChg>
      <pc:sldChg chg="modSp add mod ord">
        <pc:chgData name="Procko, Tyler T." userId="34c324ce-7d86-42b7-9036-9ad78cae068d" providerId="ADAL" clId="{85AB0D61-CD8B-4BD2-82BC-49F02AF301FD}" dt="2025-04-20T01:14:05.227" v="11752" actId="20577"/>
        <pc:sldMkLst>
          <pc:docMk/>
          <pc:sldMk cId="3570168326" sldId="360"/>
        </pc:sldMkLst>
        <pc:spChg chg="mod">
          <ac:chgData name="Procko, Tyler T." userId="34c324ce-7d86-42b7-9036-9ad78cae068d" providerId="ADAL" clId="{85AB0D61-CD8B-4BD2-82BC-49F02AF301FD}" dt="2025-04-19T18:04:17.837" v="10116" actId="20577"/>
          <ac:spMkLst>
            <pc:docMk/>
            <pc:sldMk cId="3570168326" sldId="360"/>
            <ac:spMk id="2" creationId="{EF0FE12D-5A2A-AA40-EDE6-F93550E3702D}"/>
          </ac:spMkLst>
        </pc:spChg>
        <pc:spChg chg="mod">
          <ac:chgData name="Procko, Tyler T." userId="34c324ce-7d86-42b7-9036-9ad78cae068d" providerId="ADAL" clId="{85AB0D61-CD8B-4BD2-82BC-49F02AF301FD}" dt="2025-04-20T01:14:05.227" v="11752" actId="20577"/>
          <ac:spMkLst>
            <pc:docMk/>
            <pc:sldMk cId="3570168326" sldId="360"/>
            <ac:spMk id="3" creationId="{50CBE7F9-B431-3AA2-5F7E-594E1E365C69}"/>
          </ac:spMkLst>
        </pc:spChg>
      </pc:sldChg>
      <pc:sldChg chg="modSp new mod">
        <pc:chgData name="Procko, Tyler T." userId="34c324ce-7d86-42b7-9036-9ad78cae068d" providerId="ADAL" clId="{85AB0D61-CD8B-4BD2-82BC-49F02AF301FD}" dt="2025-04-20T01:13:52.222" v="11748" actId="27636"/>
        <pc:sldMkLst>
          <pc:docMk/>
          <pc:sldMk cId="1930073288" sldId="361"/>
        </pc:sldMkLst>
        <pc:spChg chg="mod">
          <ac:chgData name="Procko, Tyler T." userId="34c324ce-7d86-42b7-9036-9ad78cae068d" providerId="ADAL" clId="{85AB0D61-CD8B-4BD2-82BC-49F02AF301FD}" dt="2025-04-19T18:04:33.365" v="10147" actId="20577"/>
          <ac:spMkLst>
            <pc:docMk/>
            <pc:sldMk cId="1930073288" sldId="361"/>
            <ac:spMk id="2" creationId="{B2A21575-302E-3891-FA84-40D82D7EA91E}"/>
          </ac:spMkLst>
        </pc:spChg>
        <pc:spChg chg="mod">
          <ac:chgData name="Procko, Tyler T." userId="34c324ce-7d86-42b7-9036-9ad78cae068d" providerId="ADAL" clId="{85AB0D61-CD8B-4BD2-82BC-49F02AF301FD}" dt="2025-04-20T01:13:52.222" v="11748" actId="27636"/>
          <ac:spMkLst>
            <pc:docMk/>
            <pc:sldMk cId="1930073288" sldId="361"/>
            <ac:spMk id="3" creationId="{E299D393-40BE-24BF-6D67-A76A48A5ED27}"/>
          </ac:spMkLst>
        </pc:spChg>
      </pc:sldChg>
      <pc:sldChg chg="addSp delSp modSp new mod">
        <pc:chgData name="Procko, Tyler T." userId="34c324ce-7d86-42b7-9036-9ad78cae068d" providerId="ADAL" clId="{85AB0D61-CD8B-4BD2-82BC-49F02AF301FD}" dt="2025-04-19T18:13:56.505" v="10840" actId="1076"/>
        <pc:sldMkLst>
          <pc:docMk/>
          <pc:sldMk cId="1734592654" sldId="362"/>
        </pc:sldMkLst>
        <pc:spChg chg="mod">
          <ac:chgData name="Procko, Tyler T." userId="34c324ce-7d86-42b7-9036-9ad78cae068d" providerId="ADAL" clId="{85AB0D61-CD8B-4BD2-82BC-49F02AF301FD}" dt="2025-04-19T18:13:07.742" v="10829" actId="20577"/>
          <ac:spMkLst>
            <pc:docMk/>
            <pc:sldMk cId="1734592654" sldId="362"/>
            <ac:spMk id="2" creationId="{88CB2B41-412B-902F-2F85-39C679BFB989}"/>
          </ac:spMkLst>
        </pc:spChg>
        <pc:graphicFrameChg chg="add mod modGraphic">
          <ac:chgData name="Procko, Tyler T." userId="34c324ce-7d86-42b7-9036-9ad78cae068d" providerId="ADAL" clId="{85AB0D61-CD8B-4BD2-82BC-49F02AF301FD}" dt="2025-04-19T18:13:56.505" v="10840" actId="1076"/>
          <ac:graphicFrameMkLst>
            <pc:docMk/>
            <pc:sldMk cId="1734592654" sldId="362"/>
            <ac:graphicFrameMk id="7" creationId="{BC56F33D-AB0D-5995-EB46-099F8DFA92D4}"/>
          </ac:graphicFrameMkLst>
        </pc:graphicFrameChg>
      </pc:sldChg>
      <pc:sldChg chg="modSp new mod">
        <pc:chgData name="Procko, Tyler T." userId="34c324ce-7d86-42b7-9036-9ad78cae068d" providerId="ADAL" clId="{85AB0D61-CD8B-4BD2-82BC-49F02AF301FD}" dt="2025-04-19T18:23:52.719" v="11608" actId="20577"/>
        <pc:sldMkLst>
          <pc:docMk/>
          <pc:sldMk cId="928557944" sldId="363"/>
        </pc:sldMkLst>
        <pc:spChg chg="mod">
          <ac:chgData name="Procko, Tyler T." userId="34c324ce-7d86-42b7-9036-9ad78cae068d" providerId="ADAL" clId="{85AB0D61-CD8B-4BD2-82BC-49F02AF301FD}" dt="2025-04-19T18:22:35.445" v="11494" actId="20577"/>
          <ac:spMkLst>
            <pc:docMk/>
            <pc:sldMk cId="928557944" sldId="363"/>
            <ac:spMk id="2" creationId="{EA1C9181-517A-27D8-0B8F-0A137AC77175}"/>
          </ac:spMkLst>
        </pc:spChg>
        <pc:spChg chg="mod">
          <ac:chgData name="Procko, Tyler T." userId="34c324ce-7d86-42b7-9036-9ad78cae068d" providerId="ADAL" clId="{85AB0D61-CD8B-4BD2-82BC-49F02AF301FD}" dt="2025-04-19T18:23:52.719" v="11608" actId="20577"/>
          <ac:spMkLst>
            <pc:docMk/>
            <pc:sldMk cId="928557944" sldId="363"/>
            <ac:spMk id="3" creationId="{04FDCD97-8F4F-F502-746A-49A25209C418}"/>
          </ac:spMkLst>
        </pc:spChg>
      </pc:sldChg>
      <pc:sldChg chg="addSp delSp modSp new mod">
        <pc:chgData name="Procko, Tyler T." userId="34c324ce-7d86-42b7-9036-9ad78cae068d" providerId="ADAL" clId="{85AB0D61-CD8B-4BD2-82BC-49F02AF301FD}" dt="2025-04-19T18:17:33.294" v="11036" actId="1076"/>
        <pc:sldMkLst>
          <pc:docMk/>
          <pc:sldMk cId="283229294" sldId="364"/>
        </pc:sldMkLst>
        <pc:picChg chg="add mod">
          <ac:chgData name="Procko, Tyler T." userId="34c324ce-7d86-42b7-9036-9ad78cae068d" providerId="ADAL" clId="{85AB0D61-CD8B-4BD2-82BC-49F02AF301FD}" dt="2025-04-19T18:17:33.294" v="11036" actId="1076"/>
          <ac:picMkLst>
            <pc:docMk/>
            <pc:sldMk cId="283229294" sldId="364"/>
            <ac:picMk id="7" creationId="{FDFB46E4-3D2B-3E9B-3257-698A93585E4C}"/>
          </ac:picMkLst>
        </pc:picChg>
      </pc:sldChg>
      <pc:sldChg chg="delSp modSp new mod">
        <pc:chgData name="Procko, Tyler T." userId="34c324ce-7d86-42b7-9036-9ad78cae068d" providerId="ADAL" clId="{85AB0D61-CD8B-4BD2-82BC-49F02AF301FD}" dt="2025-04-19T18:18:49.344" v="11243" actId="20577"/>
        <pc:sldMkLst>
          <pc:docMk/>
          <pc:sldMk cId="629156807" sldId="365"/>
        </pc:sldMkLst>
        <pc:spChg chg="mod">
          <ac:chgData name="Procko, Tyler T." userId="34c324ce-7d86-42b7-9036-9ad78cae068d" providerId="ADAL" clId="{85AB0D61-CD8B-4BD2-82BC-49F02AF301FD}" dt="2025-04-19T18:18:49.344" v="11243" actId="20577"/>
          <ac:spMkLst>
            <pc:docMk/>
            <pc:sldMk cId="629156807" sldId="365"/>
            <ac:spMk id="3" creationId="{436A5690-4F38-3969-B015-CE5DBEFDA106}"/>
          </ac:spMkLst>
        </pc:spChg>
      </pc:sldChg>
      <pc:sldChg chg="modSp new mod">
        <pc:chgData name="Procko, Tyler T." userId="34c324ce-7d86-42b7-9036-9ad78cae068d" providerId="ADAL" clId="{85AB0D61-CD8B-4BD2-82BC-49F02AF301FD}" dt="2025-04-20T01:13:45.367" v="11746" actId="20577"/>
        <pc:sldMkLst>
          <pc:docMk/>
          <pc:sldMk cId="2957965106" sldId="366"/>
        </pc:sldMkLst>
        <pc:spChg chg="mod">
          <ac:chgData name="Procko, Tyler T." userId="34c324ce-7d86-42b7-9036-9ad78cae068d" providerId="ADAL" clId="{85AB0D61-CD8B-4BD2-82BC-49F02AF301FD}" dt="2025-04-19T18:18:58.040" v="11254" actId="20577"/>
          <ac:spMkLst>
            <pc:docMk/>
            <pc:sldMk cId="2957965106" sldId="366"/>
            <ac:spMk id="2" creationId="{2ED9CF46-B864-54C0-6B3B-4BC6862D3BFE}"/>
          </ac:spMkLst>
        </pc:spChg>
        <pc:spChg chg="mod">
          <ac:chgData name="Procko, Tyler T." userId="34c324ce-7d86-42b7-9036-9ad78cae068d" providerId="ADAL" clId="{85AB0D61-CD8B-4BD2-82BC-49F02AF301FD}" dt="2025-04-20T01:13:45.367" v="11746" actId="20577"/>
          <ac:spMkLst>
            <pc:docMk/>
            <pc:sldMk cId="2957965106" sldId="366"/>
            <ac:spMk id="3" creationId="{A03763A1-F83B-8579-E60B-40AB3E4D08BB}"/>
          </ac:spMkLst>
        </pc:spChg>
      </pc:sldChg>
    </pc:docChg>
  </pc:docChgLst>
  <pc:docChgLst>
    <pc:chgData name="Procko, Tyler T." userId="34c324ce-7d86-42b7-9036-9ad78cae068d" providerId="ADAL" clId="{45B2541C-9835-4920-B96F-830893742C59}"/>
    <pc:docChg chg="undo redo custSel addSld delSld modSld sldOrd addSection delSection">
      <pc:chgData name="Procko, Tyler T." userId="34c324ce-7d86-42b7-9036-9ad78cae068d" providerId="ADAL" clId="{45B2541C-9835-4920-B96F-830893742C59}" dt="2025-02-06T16:39:21.439" v="6280" actId="123"/>
      <pc:docMkLst>
        <pc:docMk/>
      </pc:docMkLst>
      <pc:sldChg chg="modSp mod">
        <pc:chgData name="Procko, Tyler T." userId="34c324ce-7d86-42b7-9036-9ad78cae068d" providerId="ADAL" clId="{45B2541C-9835-4920-B96F-830893742C59}" dt="2025-02-05T22:27:12.197" v="1292" actId="20577"/>
        <pc:sldMkLst>
          <pc:docMk/>
          <pc:sldMk cId="74147650" sldId="256"/>
        </pc:sldMkLst>
        <pc:spChg chg="mod">
          <ac:chgData name="Procko, Tyler T." userId="34c324ce-7d86-42b7-9036-9ad78cae068d" providerId="ADAL" clId="{45B2541C-9835-4920-B96F-830893742C59}" dt="2025-02-05T22:27:12.197" v="1292" actId="20577"/>
          <ac:spMkLst>
            <pc:docMk/>
            <pc:sldMk cId="74147650" sldId="256"/>
            <ac:spMk id="2" creationId="{C6AD3EDF-E8AE-649A-5EEE-1B0779B669EC}"/>
          </ac:spMkLst>
        </pc:spChg>
        <pc:spChg chg="mod">
          <ac:chgData name="Procko, Tyler T." userId="34c324ce-7d86-42b7-9036-9ad78cae068d" providerId="ADAL" clId="{45B2541C-9835-4920-B96F-830893742C59}" dt="2025-01-30T04:29:13.344" v="53"/>
          <ac:spMkLst>
            <pc:docMk/>
            <pc:sldMk cId="74147650" sldId="256"/>
            <ac:spMk id="3" creationId="{2A7F85D6-CCD7-5761-9F62-4F887F6C5399}"/>
          </ac:spMkLst>
        </pc:spChg>
      </pc:sldChg>
      <pc:sldChg chg="addSp delSp modSp new mod ord">
        <pc:chgData name="Procko, Tyler T." userId="34c324ce-7d86-42b7-9036-9ad78cae068d" providerId="ADAL" clId="{45B2541C-9835-4920-B96F-830893742C59}" dt="2025-02-06T14:59:40.720" v="4968" actId="1076"/>
        <pc:sldMkLst>
          <pc:docMk/>
          <pc:sldMk cId="117836120" sldId="257"/>
        </pc:sldMkLst>
      </pc:sldChg>
      <pc:sldChg chg="addSp modSp new mod">
        <pc:chgData name="Procko, Tyler T." userId="34c324ce-7d86-42b7-9036-9ad78cae068d" providerId="ADAL" clId="{45B2541C-9835-4920-B96F-830893742C59}" dt="2025-02-06T01:16:42.161" v="2582" actId="1076"/>
        <pc:sldMkLst>
          <pc:docMk/>
          <pc:sldMk cId="884184242" sldId="258"/>
        </pc:sldMkLst>
      </pc:sldChg>
      <pc:sldChg chg="modSp add mod">
        <pc:chgData name="Procko, Tyler T." userId="34c324ce-7d86-42b7-9036-9ad78cae068d" providerId="ADAL" clId="{45B2541C-9835-4920-B96F-830893742C59}" dt="2025-02-06T01:16:20.379" v="2580" actId="115"/>
        <pc:sldMkLst>
          <pc:docMk/>
          <pc:sldMk cId="2516246542" sldId="259"/>
        </pc:sldMkLst>
      </pc:sldChg>
      <pc:sldChg chg="addSp modSp add mod">
        <pc:chgData name="Procko, Tyler T." userId="34c324ce-7d86-42b7-9036-9ad78cae068d" providerId="ADAL" clId="{45B2541C-9835-4920-B96F-830893742C59}" dt="2025-02-06T14:53:21.820" v="4742" actId="1076"/>
        <pc:sldMkLst>
          <pc:docMk/>
          <pc:sldMk cId="162836664" sldId="260"/>
        </pc:sldMkLst>
      </pc:sldChg>
      <pc:sldChg chg="addSp modSp new mod">
        <pc:chgData name="Procko, Tyler T." userId="34c324ce-7d86-42b7-9036-9ad78cae068d" providerId="ADAL" clId="{45B2541C-9835-4920-B96F-830893742C59}" dt="2025-02-06T01:13:34.278" v="2153" actId="1076"/>
        <pc:sldMkLst>
          <pc:docMk/>
          <pc:sldMk cId="1779599126" sldId="261"/>
        </pc:sldMkLst>
      </pc:sldChg>
      <pc:sldChg chg="addSp delSp modSp new add del mod">
        <pc:chgData name="Procko, Tyler T." userId="34c324ce-7d86-42b7-9036-9ad78cae068d" providerId="ADAL" clId="{45B2541C-9835-4920-B96F-830893742C59}" dt="2025-02-06T16:15:25.936" v="5632" actId="1076"/>
        <pc:sldMkLst>
          <pc:docMk/>
          <pc:sldMk cId="3057958354" sldId="262"/>
        </pc:sldMkLst>
      </pc:sldChg>
      <pc:sldChg chg="addSp delSp modSp add mod">
        <pc:chgData name="Procko, Tyler T." userId="34c324ce-7d86-42b7-9036-9ad78cae068d" providerId="ADAL" clId="{45B2541C-9835-4920-B96F-830893742C59}" dt="2025-02-06T15:39:15.799" v="5072" actId="1076"/>
        <pc:sldMkLst>
          <pc:docMk/>
          <pc:sldMk cId="1674817219" sldId="263"/>
        </pc:sldMkLst>
      </pc:sldChg>
      <pc:sldChg chg="modSp add del mod">
        <pc:chgData name="Procko, Tyler T." userId="34c324ce-7d86-42b7-9036-9ad78cae068d" providerId="ADAL" clId="{45B2541C-9835-4920-B96F-830893742C59}" dt="2025-01-30T13:09:15.436" v="149" actId="47"/>
        <pc:sldMkLst>
          <pc:docMk/>
          <pc:sldMk cId="4221066307" sldId="264"/>
        </pc:sldMkLst>
      </pc:sldChg>
      <pc:sldChg chg="addSp modSp add mod">
        <pc:chgData name="Procko, Tyler T." userId="34c324ce-7d86-42b7-9036-9ad78cae068d" providerId="ADAL" clId="{45B2541C-9835-4920-B96F-830893742C59}" dt="2025-02-06T14:52:34.335" v="4741" actId="1076"/>
        <pc:sldMkLst>
          <pc:docMk/>
          <pc:sldMk cId="2208195962" sldId="265"/>
        </pc:sldMkLst>
      </pc:sldChg>
      <pc:sldChg chg="modSp new mod">
        <pc:chgData name="Procko, Tyler T." userId="34c324ce-7d86-42b7-9036-9ad78cae068d" providerId="ADAL" clId="{45B2541C-9835-4920-B96F-830893742C59}" dt="2025-02-06T16:39:13.834" v="6279" actId="20577"/>
        <pc:sldMkLst>
          <pc:docMk/>
          <pc:sldMk cId="3412311592" sldId="266"/>
        </pc:sldMkLst>
      </pc:sldChg>
      <pc:sldChg chg="modSp add mod ord">
        <pc:chgData name="Procko, Tyler T." userId="34c324ce-7d86-42b7-9036-9ad78cae068d" providerId="ADAL" clId="{45B2541C-9835-4920-B96F-830893742C59}" dt="2025-02-06T16:37:08.739" v="6097" actId="20577"/>
        <pc:sldMkLst>
          <pc:docMk/>
          <pc:sldMk cId="2094477420" sldId="267"/>
        </pc:sldMkLst>
      </pc:sldChg>
      <pc:sldChg chg="add del">
        <pc:chgData name="Procko, Tyler T." userId="34c324ce-7d86-42b7-9036-9ad78cae068d" providerId="ADAL" clId="{45B2541C-9835-4920-B96F-830893742C59}" dt="2025-01-30T13:30:18.316" v="166"/>
        <pc:sldMkLst>
          <pc:docMk/>
          <pc:sldMk cId="2793891181" sldId="267"/>
        </pc:sldMkLst>
      </pc:sldChg>
      <pc:sldChg chg="modSp add mod">
        <pc:chgData name="Procko, Tyler T." userId="34c324ce-7d86-42b7-9036-9ad78cae068d" providerId="ADAL" clId="{45B2541C-9835-4920-B96F-830893742C59}" dt="2025-02-06T16:39:21.439" v="6280" actId="123"/>
        <pc:sldMkLst>
          <pc:docMk/>
          <pc:sldMk cId="525669932" sldId="268"/>
        </pc:sldMkLst>
      </pc:sldChg>
      <pc:sldChg chg="addSp modSp add mod">
        <pc:chgData name="Procko, Tyler T." userId="34c324ce-7d86-42b7-9036-9ad78cae068d" providerId="ADAL" clId="{45B2541C-9835-4920-B96F-830893742C59}" dt="2025-02-06T16:38:20.689" v="6218" actId="20577"/>
        <pc:sldMkLst>
          <pc:docMk/>
          <pc:sldMk cId="1332286619" sldId="269"/>
        </pc:sldMkLst>
      </pc:sldChg>
      <pc:sldChg chg="modSp add del mod ord">
        <pc:chgData name="Procko, Tyler T." userId="34c324ce-7d86-42b7-9036-9ad78cae068d" providerId="ADAL" clId="{45B2541C-9835-4920-B96F-830893742C59}" dt="2025-02-06T15:41:39.975" v="5093" actId="47"/>
        <pc:sldMkLst>
          <pc:docMk/>
          <pc:sldMk cId="2840138834" sldId="270"/>
        </pc:sldMkLst>
      </pc:sldChg>
      <pc:sldChg chg="addSp delSp modSp add mod ord">
        <pc:chgData name="Procko, Tyler T." userId="34c324ce-7d86-42b7-9036-9ad78cae068d" providerId="ADAL" clId="{45B2541C-9835-4920-B96F-830893742C59}" dt="2025-02-06T16:35:31.790" v="6096" actId="20577"/>
        <pc:sldMkLst>
          <pc:docMk/>
          <pc:sldMk cId="3661844530" sldId="271"/>
        </pc:sldMkLst>
      </pc:sldChg>
      <pc:sldChg chg="addSp modSp add mod ord">
        <pc:chgData name="Procko, Tyler T." userId="34c324ce-7d86-42b7-9036-9ad78cae068d" providerId="ADAL" clId="{45B2541C-9835-4920-B96F-830893742C59}" dt="2025-02-06T15:41:51.641" v="5094" actId="123"/>
        <pc:sldMkLst>
          <pc:docMk/>
          <pc:sldMk cId="1060792028" sldId="272"/>
        </pc:sldMkLst>
      </pc:sldChg>
      <pc:sldChg chg="addSp modSp add mod">
        <pc:chgData name="Procko, Tyler T." userId="34c324ce-7d86-42b7-9036-9ad78cae068d" providerId="ADAL" clId="{45B2541C-9835-4920-B96F-830893742C59}" dt="2025-02-06T15:56:31.057" v="5202" actId="1076"/>
        <pc:sldMkLst>
          <pc:docMk/>
          <pc:sldMk cId="1190975159" sldId="273"/>
        </pc:sldMkLst>
      </pc:sldChg>
      <pc:sldChg chg="addSp modSp add mod">
        <pc:chgData name="Procko, Tyler T." userId="34c324ce-7d86-42b7-9036-9ad78cae068d" providerId="ADAL" clId="{45B2541C-9835-4920-B96F-830893742C59}" dt="2025-02-06T01:33:06.132" v="3010" actId="1076"/>
        <pc:sldMkLst>
          <pc:docMk/>
          <pc:sldMk cId="443594585" sldId="274"/>
        </pc:sldMkLst>
      </pc:sldChg>
      <pc:sldChg chg="modSp add mod">
        <pc:chgData name="Procko, Tyler T." userId="34c324ce-7d86-42b7-9036-9ad78cae068d" providerId="ADAL" clId="{45B2541C-9835-4920-B96F-830893742C59}" dt="2025-02-06T15:56:43.766" v="5213" actId="20577"/>
        <pc:sldMkLst>
          <pc:docMk/>
          <pc:sldMk cId="3273915239" sldId="275"/>
        </pc:sldMkLst>
      </pc:sldChg>
      <pc:sldChg chg="addSp delSp modSp new mod">
        <pc:chgData name="Procko, Tyler T." userId="34c324ce-7d86-42b7-9036-9ad78cae068d" providerId="ADAL" clId="{45B2541C-9835-4920-B96F-830893742C59}" dt="2025-02-06T02:01:10.093" v="3778" actId="20577"/>
        <pc:sldMkLst>
          <pc:docMk/>
          <pc:sldMk cId="2217597757" sldId="276"/>
        </pc:sldMkLst>
      </pc:sldChg>
      <pc:sldChg chg="addSp modSp add mod">
        <pc:chgData name="Procko, Tyler T." userId="34c324ce-7d86-42b7-9036-9ad78cae068d" providerId="ADAL" clId="{45B2541C-9835-4920-B96F-830893742C59}" dt="2025-02-06T16:35:22.461" v="6095" actId="1076"/>
        <pc:sldMkLst>
          <pc:docMk/>
          <pc:sldMk cId="3289861427" sldId="277"/>
        </pc:sldMkLst>
      </pc:sldChg>
      <pc:sldChg chg="addSp delSp modSp add mod">
        <pc:chgData name="Procko, Tyler T." userId="34c324ce-7d86-42b7-9036-9ad78cae068d" providerId="ADAL" clId="{45B2541C-9835-4920-B96F-830893742C59}" dt="2025-02-06T14:55:46.062" v="4883" actId="478"/>
        <pc:sldMkLst>
          <pc:docMk/>
          <pc:sldMk cId="1342336912" sldId="278"/>
        </pc:sldMkLst>
      </pc:sldChg>
      <pc:sldChg chg="new del">
        <pc:chgData name="Procko, Tyler T." userId="34c324ce-7d86-42b7-9036-9ad78cae068d" providerId="ADAL" clId="{45B2541C-9835-4920-B96F-830893742C59}" dt="2025-02-06T05:48:41.699" v="4013" actId="47"/>
        <pc:sldMkLst>
          <pc:docMk/>
          <pc:sldMk cId="3757417370" sldId="278"/>
        </pc:sldMkLst>
      </pc:sldChg>
      <pc:sldChg chg="addSp delSp modSp add mod">
        <pc:chgData name="Procko, Tyler T." userId="34c324ce-7d86-42b7-9036-9ad78cae068d" providerId="ADAL" clId="{45B2541C-9835-4920-B96F-830893742C59}" dt="2025-02-06T15:17:11.501" v="5026" actId="20577"/>
        <pc:sldMkLst>
          <pc:docMk/>
          <pc:sldMk cId="62363681" sldId="279"/>
        </pc:sldMkLst>
      </pc:sldChg>
      <pc:sldChg chg="add del">
        <pc:chgData name="Procko, Tyler T." userId="34c324ce-7d86-42b7-9036-9ad78cae068d" providerId="ADAL" clId="{45B2541C-9835-4920-B96F-830893742C59}" dt="2025-02-06T15:42:00.339" v="5095" actId="47"/>
        <pc:sldMkLst>
          <pc:docMk/>
          <pc:sldMk cId="1243144200" sldId="280"/>
        </pc:sldMkLst>
      </pc:sldChg>
      <pc:sldChg chg="addSp delSp modSp add mod modAnim">
        <pc:chgData name="Procko, Tyler T." userId="34c324ce-7d86-42b7-9036-9ad78cae068d" providerId="ADAL" clId="{45B2541C-9835-4920-B96F-830893742C59}" dt="2025-02-06T15:26:30.209" v="5036" actId="1076"/>
        <pc:sldMkLst>
          <pc:docMk/>
          <pc:sldMk cId="1265028409" sldId="281"/>
        </pc:sldMkLst>
      </pc:sldChg>
      <pc:sldChg chg="addSp delSp modSp new mod">
        <pc:chgData name="Procko, Tyler T." userId="34c324ce-7d86-42b7-9036-9ad78cae068d" providerId="ADAL" clId="{45B2541C-9835-4920-B96F-830893742C59}" dt="2025-02-06T16:32:05.262" v="5807" actId="20577"/>
        <pc:sldMkLst>
          <pc:docMk/>
          <pc:sldMk cId="1273326989" sldId="282"/>
        </pc:sldMkLst>
      </pc:sldChg>
      <pc:sldChg chg="add">
        <pc:chgData name="Procko, Tyler T." userId="34c324ce-7d86-42b7-9036-9ad78cae068d" providerId="ADAL" clId="{45B2541C-9835-4920-B96F-830893742C59}" dt="2025-02-06T15:41:17.682" v="5073"/>
        <pc:sldMkLst>
          <pc:docMk/>
          <pc:sldMk cId="3287153218" sldId="283"/>
        </pc:sldMkLst>
      </pc:sldChg>
      <pc:sldChg chg="addSp modSp add mod">
        <pc:chgData name="Procko, Tyler T." userId="34c324ce-7d86-42b7-9036-9ad78cae068d" providerId="ADAL" clId="{45B2541C-9835-4920-B96F-830893742C59}" dt="2025-02-06T16:34:31.964" v="6092" actId="20577"/>
        <pc:sldMkLst>
          <pc:docMk/>
          <pc:sldMk cId="1932367679" sldId="284"/>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myerauedu-my.sharepoint.com/personal/prockot_my_erau_edu/Documents/research/_dissertation/code/tests/gpt_response_tim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myerauedu-my.sharepoint.com/personal/prockot_my_erau_edu/Documents/research/_dissertation/code/tests/gpt_response_time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myerauedu-my.sharepoint.com/personal/prockot_my_erau_edu/Documents/research/_dissertation/code/tests/gpt_response_time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GPT-4-Turbo Response</a:t>
            </a:r>
            <a:r>
              <a:rPr lang="en-US" baseline="0"/>
              <a:t> Times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'response_times'!$B$1</c:f>
              <c:strCache>
                <c:ptCount val="1"/>
                <c:pt idx="0">
                  <c:v>GPT-4-Turbo</c:v>
                </c:pt>
              </c:strCache>
            </c:strRef>
          </c:tx>
          <c:spPr>
            <a:ln w="28575"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'response_times'!$A$2:$A$51</c:f>
              <c:numCache>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Cache>
            </c:numRef>
          </c:cat>
          <c:val>
            <c:numRef>
              <c:f>'response_times'!$B$2:$B$51</c:f>
              <c:numCache>
                <c:formatCode>General</c:formatCode>
                <c:ptCount val="50"/>
                <c:pt idx="0">
                  <c:v>6.7558093070983887</c:v>
                </c:pt>
                <c:pt idx="1">
                  <c:v>4.8182015419006348</c:v>
                </c:pt>
                <c:pt idx="2">
                  <c:v>5.4150791168212891</c:v>
                </c:pt>
                <c:pt idx="3">
                  <c:v>4.6640737056732178</c:v>
                </c:pt>
                <c:pt idx="4">
                  <c:v>5.7980287075042725</c:v>
                </c:pt>
                <c:pt idx="5">
                  <c:v>4.9039573669433594</c:v>
                </c:pt>
                <c:pt idx="6">
                  <c:v>4.9740829467773438</c:v>
                </c:pt>
                <c:pt idx="7">
                  <c:v>5.3444905281066895</c:v>
                </c:pt>
                <c:pt idx="8">
                  <c:v>5.1300344467163086</c:v>
                </c:pt>
                <c:pt idx="9">
                  <c:v>7.586061954498291</c:v>
                </c:pt>
                <c:pt idx="10">
                  <c:v>4.8669583797454834</c:v>
                </c:pt>
                <c:pt idx="11">
                  <c:v>4.8440954685211182</c:v>
                </c:pt>
                <c:pt idx="12">
                  <c:v>4.8714010715484619</c:v>
                </c:pt>
                <c:pt idx="13">
                  <c:v>4.3786840438842773</c:v>
                </c:pt>
                <c:pt idx="14">
                  <c:v>4.6889019012451172</c:v>
                </c:pt>
                <c:pt idx="15">
                  <c:v>4.8854625225067139</c:v>
                </c:pt>
                <c:pt idx="16">
                  <c:v>7.0906927585601807</c:v>
                </c:pt>
                <c:pt idx="17">
                  <c:v>7.1383399963378906</c:v>
                </c:pt>
                <c:pt idx="18">
                  <c:v>4.6676700115203857</c:v>
                </c:pt>
                <c:pt idx="19">
                  <c:v>5.1632328033447266</c:v>
                </c:pt>
                <c:pt idx="20">
                  <c:v>5.4767105579376221</c:v>
                </c:pt>
                <c:pt idx="21">
                  <c:v>5.0906209945678711</c:v>
                </c:pt>
                <c:pt idx="22">
                  <c:v>8.2541892528533936</c:v>
                </c:pt>
                <c:pt idx="23">
                  <c:v>5.6399617195129395</c:v>
                </c:pt>
                <c:pt idx="24">
                  <c:v>6.967259407043457</c:v>
                </c:pt>
                <c:pt idx="25">
                  <c:v>6.8421554565429688</c:v>
                </c:pt>
                <c:pt idx="26">
                  <c:v>5.760406494140625</c:v>
                </c:pt>
                <c:pt idx="27">
                  <c:v>4.2797517776489258</c:v>
                </c:pt>
                <c:pt idx="28">
                  <c:v>5.0011093616485596</c:v>
                </c:pt>
                <c:pt idx="29">
                  <c:v>6.7490828037261963</c:v>
                </c:pt>
                <c:pt idx="30">
                  <c:v>4.4690933227539063</c:v>
                </c:pt>
                <c:pt idx="31">
                  <c:v>7.1981089115142822</c:v>
                </c:pt>
                <c:pt idx="32">
                  <c:v>4.6400816440582275</c:v>
                </c:pt>
                <c:pt idx="33">
                  <c:v>5.4067785739898682</c:v>
                </c:pt>
                <c:pt idx="34">
                  <c:v>5.7954366207122803</c:v>
                </c:pt>
                <c:pt idx="35">
                  <c:v>4.7172336578369141</c:v>
                </c:pt>
                <c:pt idx="36">
                  <c:v>4.10054612159729</c:v>
                </c:pt>
                <c:pt idx="37">
                  <c:v>4.3918299674987793</c:v>
                </c:pt>
                <c:pt idx="38">
                  <c:v>4.5153355598449707</c:v>
                </c:pt>
                <c:pt idx="39">
                  <c:v>4.639040470123291</c:v>
                </c:pt>
                <c:pt idx="40">
                  <c:v>5.9119954109191895</c:v>
                </c:pt>
                <c:pt idx="41">
                  <c:v>5.3278367519378662</c:v>
                </c:pt>
                <c:pt idx="42">
                  <c:v>4.5653173923492432</c:v>
                </c:pt>
                <c:pt idx="43">
                  <c:v>5.4936282634735107</c:v>
                </c:pt>
                <c:pt idx="44">
                  <c:v>4.8085067272186279</c:v>
                </c:pt>
                <c:pt idx="45">
                  <c:v>4.6768240928649902</c:v>
                </c:pt>
                <c:pt idx="46">
                  <c:v>4.5912735462188721</c:v>
                </c:pt>
                <c:pt idx="47">
                  <c:v>4.5202255249023438</c:v>
                </c:pt>
                <c:pt idx="48">
                  <c:v>7.2134366035461426</c:v>
                </c:pt>
                <c:pt idx="49">
                  <c:v>5.2033727169036865</c:v>
                </c:pt>
              </c:numCache>
            </c:numRef>
          </c:val>
          <c:smooth val="0"/>
          <c:extLst>
            <c:ext xmlns:c16="http://schemas.microsoft.com/office/drawing/2014/chart" uri="{C3380CC4-5D6E-409C-BE32-E72D297353CC}">
              <c16:uniqueId val="{00000001-E047-469E-B771-65A3D97C13B1}"/>
            </c:ext>
          </c:extLst>
        </c:ser>
        <c:dLbls>
          <c:showLegendKey val="0"/>
          <c:showVal val="0"/>
          <c:showCatName val="0"/>
          <c:showSerName val="0"/>
          <c:showPercent val="0"/>
          <c:showBubbleSize val="0"/>
        </c:dLbls>
        <c:smooth val="0"/>
        <c:axId val="141749263"/>
        <c:axId val="141752623"/>
      </c:lineChart>
      <c:catAx>
        <c:axId val="14174926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Run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752623"/>
        <c:crosses val="autoZero"/>
        <c:auto val="1"/>
        <c:lblAlgn val="ctr"/>
        <c:lblOffset val="100"/>
        <c:noMultiLvlLbl val="0"/>
      </c:catAx>
      <c:valAx>
        <c:axId val="141752623"/>
        <c:scaling>
          <c:orientation val="minMax"/>
          <c:min val="3"/>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Response</a:t>
                </a:r>
                <a:r>
                  <a:rPr lang="en-US" baseline="0"/>
                  <a:t> Time (seconds)</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74926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a:t>GPT-4o </a:t>
            </a:r>
            <a:r>
              <a:rPr lang="en-US" sz="1400" b="0" i="0" u="none" strike="noStrike" kern="1200" spc="0" baseline="0">
                <a:solidFill>
                  <a:sysClr val="windowText" lastClr="000000">
                    <a:lumMod val="65000"/>
                    <a:lumOff val="35000"/>
                  </a:sysClr>
                </a:solidFill>
              </a:rPr>
              <a:t>Response Times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'response_times'!$C$1</c:f>
              <c:strCache>
                <c:ptCount val="1"/>
                <c:pt idx="0">
                  <c:v>GPT-4o</c:v>
                </c:pt>
              </c:strCache>
            </c:strRef>
          </c:tx>
          <c:spPr>
            <a:ln w="28575"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val>
            <c:numRef>
              <c:f>('response_times'!$C$2:$C$33,'response_times'!$C$35:$C$51)</c:f>
              <c:numCache>
                <c:formatCode>General</c:formatCode>
                <c:ptCount val="49"/>
                <c:pt idx="0">
                  <c:v>4.1620438098907471</c:v>
                </c:pt>
                <c:pt idx="1">
                  <c:v>5.260263204574585</c:v>
                </c:pt>
                <c:pt idx="2">
                  <c:v>5.0450055599212646</c:v>
                </c:pt>
                <c:pt idx="3">
                  <c:v>3.8759300708770752</c:v>
                </c:pt>
                <c:pt idx="4">
                  <c:v>3.8678109645843506</c:v>
                </c:pt>
                <c:pt idx="5">
                  <c:v>3.4988172054290771</c:v>
                </c:pt>
                <c:pt idx="6">
                  <c:v>3.5512781143188477</c:v>
                </c:pt>
                <c:pt idx="7">
                  <c:v>3.7671289443969727</c:v>
                </c:pt>
                <c:pt idx="8">
                  <c:v>3.2581744194030762</c:v>
                </c:pt>
                <c:pt idx="9">
                  <c:v>5.4848134517669678</c:v>
                </c:pt>
                <c:pt idx="10">
                  <c:v>3.5095946788787842</c:v>
                </c:pt>
                <c:pt idx="11">
                  <c:v>4.0726423263549805</c:v>
                </c:pt>
                <c:pt idx="12">
                  <c:v>3.2380516529083252</c:v>
                </c:pt>
                <c:pt idx="13">
                  <c:v>3.2667527198791504</c:v>
                </c:pt>
                <c:pt idx="14">
                  <c:v>4.636838436126709</c:v>
                </c:pt>
                <c:pt idx="15">
                  <c:v>3.6626269817352295</c:v>
                </c:pt>
                <c:pt idx="16">
                  <c:v>5.7108404636383057</c:v>
                </c:pt>
                <c:pt idx="17">
                  <c:v>4.2949173450469971</c:v>
                </c:pt>
                <c:pt idx="18">
                  <c:v>3.6380267143249512</c:v>
                </c:pt>
                <c:pt idx="19">
                  <c:v>4.2177371978759766</c:v>
                </c:pt>
                <c:pt idx="20">
                  <c:v>4.0647435188293457</c:v>
                </c:pt>
                <c:pt idx="21">
                  <c:v>4.8411076068878174</c:v>
                </c:pt>
                <c:pt idx="22">
                  <c:v>5.3779735565185547</c:v>
                </c:pt>
                <c:pt idx="23">
                  <c:v>5.5965709686279297</c:v>
                </c:pt>
                <c:pt idx="24">
                  <c:v>3.6108832359313965</c:v>
                </c:pt>
                <c:pt idx="25">
                  <c:v>3.7127132415771484</c:v>
                </c:pt>
                <c:pt idx="26">
                  <c:v>5.1881327629089355</c:v>
                </c:pt>
                <c:pt idx="27">
                  <c:v>3.13189697265625</c:v>
                </c:pt>
                <c:pt idx="28">
                  <c:v>3.4716987609863281</c:v>
                </c:pt>
                <c:pt idx="29">
                  <c:v>8.2582228183746338</c:v>
                </c:pt>
                <c:pt idx="30">
                  <c:v>3.4278185367584229</c:v>
                </c:pt>
                <c:pt idx="31">
                  <c:v>3.2985978126525879</c:v>
                </c:pt>
                <c:pt idx="32">
                  <c:v>5.7607481479644775</c:v>
                </c:pt>
                <c:pt idx="33">
                  <c:v>4.1710686683654785</c:v>
                </c:pt>
                <c:pt idx="34">
                  <c:v>12.926073551177979</c:v>
                </c:pt>
                <c:pt idx="35">
                  <c:v>3.9136240482330322</c:v>
                </c:pt>
                <c:pt idx="36">
                  <c:v>4.996206521987915</c:v>
                </c:pt>
                <c:pt idx="37">
                  <c:v>4.6700332164764404</c:v>
                </c:pt>
                <c:pt idx="38">
                  <c:v>4.245542049407959</c:v>
                </c:pt>
                <c:pt idx="39">
                  <c:v>5.723304271697998</c:v>
                </c:pt>
                <c:pt idx="40">
                  <c:v>3.0720679759979248</c:v>
                </c:pt>
                <c:pt idx="41">
                  <c:v>3.7841293811798096</c:v>
                </c:pt>
                <c:pt idx="42">
                  <c:v>4.8936779499053955</c:v>
                </c:pt>
                <c:pt idx="43">
                  <c:v>4.8006219863891602</c:v>
                </c:pt>
                <c:pt idx="44">
                  <c:v>4.6502242088317871</c:v>
                </c:pt>
                <c:pt idx="45">
                  <c:v>4.0464527606964111</c:v>
                </c:pt>
                <c:pt idx="46">
                  <c:v>3.2307717800140381</c:v>
                </c:pt>
                <c:pt idx="47">
                  <c:v>4.3982770442962646</c:v>
                </c:pt>
                <c:pt idx="48">
                  <c:v>3.4570424556732178</c:v>
                </c:pt>
              </c:numCache>
            </c:numRef>
          </c:val>
          <c:smooth val="0"/>
          <c:extLst>
            <c:ext xmlns:c16="http://schemas.microsoft.com/office/drawing/2014/chart" uri="{C3380CC4-5D6E-409C-BE32-E72D297353CC}">
              <c16:uniqueId val="{00000001-84C3-4B63-9FE9-8430ACAC47E4}"/>
            </c:ext>
          </c:extLst>
        </c:ser>
        <c:dLbls>
          <c:showLegendKey val="0"/>
          <c:showVal val="0"/>
          <c:showCatName val="0"/>
          <c:showSerName val="0"/>
          <c:showPercent val="0"/>
          <c:showBubbleSize val="0"/>
        </c:dLbls>
        <c:smooth val="0"/>
        <c:axId val="138692575"/>
        <c:axId val="138691615"/>
      </c:lineChart>
      <c:catAx>
        <c:axId val="13869257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Run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691615"/>
        <c:crosses val="autoZero"/>
        <c:auto val="1"/>
        <c:lblAlgn val="ctr"/>
        <c:lblOffset val="100"/>
        <c:noMultiLvlLbl val="0"/>
      </c:catAx>
      <c:valAx>
        <c:axId val="13869161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a:solidFill>
                      <a:sysClr val="windowText" lastClr="000000">
                        <a:lumMod val="65000"/>
                        <a:lumOff val="35000"/>
                      </a:sysClr>
                    </a:solidFill>
                  </a:rPr>
                  <a:t>Response Time (seconds)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69257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a:t>GPT-4o-mini </a:t>
            </a:r>
            <a:r>
              <a:rPr lang="en-US" sz="1400" b="0" i="0" u="none" strike="noStrike" kern="1200" spc="0" baseline="0">
                <a:solidFill>
                  <a:sysClr val="windowText" lastClr="000000">
                    <a:lumMod val="65000"/>
                    <a:lumOff val="35000"/>
                  </a:sysClr>
                </a:solidFill>
              </a:rPr>
              <a:t>Response Times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'response_times'!$D$1</c:f>
              <c:strCache>
                <c:ptCount val="1"/>
                <c:pt idx="0">
                  <c:v>GPT-4o-mini</c:v>
                </c:pt>
              </c:strCache>
            </c:strRef>
          </c:tx>
          <c:spPr>
            <a:ln w="28575"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val>
            <c:numRef>
              <c:f>'response_times'!$D$2:$D$51</c:f>
              <c:numCache>
                <c:formatCode>General</c:formatCode>
                <c:ptCount val="50"/>
                <c:pt idx="0">
                  <c:v>4.4271435737609863</c:v>
                </c:pt>
                <c:pt idx="1">
                  <c:v>3.9613497257232666</c:v>
                </c:pt>
                <c:pt idx="2">
                  <c:v>3.3977987766265869</c:v>
                </c:pt>
                <c:pt idx="3">
                  <c:v>3.4152514934539795</c:v>
                </c:pt>
                <c:pt idx="4">
                  <c:v>3.1803479194641113</c:v>
                </c:pt>
                <c:pt idx="5">
                  <c:v>2.9732151031494141</c:v>
                </c:pt>
                <c:pt idx="6">
                  <c:v>4.0951173305511475</c:v>
                </c:pt>
                <c:pt idx="7">
                  <c:v>3.8777973651885986</c:v>
                </c:pt>
                <c:pt idx="8">
                  <c:v>2.9747836589813232</c:v>
                </c:pt>
                <c:pt idx="9">
                  <c:v>3.6280887126922607</c:v>
                </c:pt>
                <c:pt idx="10">
                  <c:v>3.8405182361602783</c:v>
                </c:pt>
                <c:pt idx="11">
                  <c:v>5.6256203651428223</c:v>
                </c:pt>
                <c:pt idx="12">
                  <c:v>3.1497597694396973</c:v>
                </c:pt>
                <c:pt idx="13">
                  <c:v>3.1500759124755859</c:v>
                </c:pt>
                <c:pt idx="14">
                  <c:v>3.1179187297821045</c:v>
                </c:pt>
                <c:pt idx="15">
                  <c:v>3.3269000053405762</c:v>
                </c:pt>
                <c:pt idx="16">
                  <c:v>6.2368557453155518</c:v>
                </c:pt>
                <c:pt idx="17">
                  <c:v>4.2418932914733887</c:v>
                </c:pt>
                <c:pt idx="18">
                  <c:v>3.1831707954406738</c:v>
                </c:pt>
                <c:pt idx="19">
                  <c:v>3.1271700859069824</c:v>
                </c:pt>
                <c:pt idx="20">
                  <c:v>5.3866162300109863</c:v>
                </c:pt>
                <c:pt idx="21">
                  <c:v>3.3827385902404785</c:v>
                </c:pt>
                <c:pt idx="22">
                  <c:v>5.4356882572174072</c:v>
                </c:pt>
                <c:pt idx="23">
                  <c:v>3.469304084777832</c:v>
                </c:pt>
                <c:pt idx="24">
                  <c:v>3.1790990829467773</c:v>
                </c:pt>
                <c:pt idx="25">
                  <c:v>3.4574053287506104</c:v>
                </c:pt>
                <c:pt idx="26">
                  <c:v>3.3494014739990234</c:v>
                </c:pt>
                <c:pt idx="27">
                  <c:v>3.9269089698791504</c:v>
                </c:pt>
                <c:pt idx="28">
                  <c:v>4.4108209609985352</c:v>
                </c:pt>
                <c:pt idx="29">
                  <c:v>3.3866009712219238</c:v>
                </c:pt>
                <c:pt idx="30">
                  <c:v>4.0485219955444336</c:v>
                </c:pt>
                <c:pt idx="31">
                  <c:v>2.9094915390014648</c:v>
                </c:pt>
                <c:pt idx="32">
                  <c:v>3.2882900238037109</c:v>
                </c:pt>
                <c:pt idx="33">
                  <c:v>2.9752140045166016</c:v>
                </c:pt>
                <c:pt idx="34">
                  <c:v>2.9299604892730713</c:v>
                </c:pt>
                <c:pt idx="35">
                  <c:v>3.942230224609375</c:v>
                </c:pt>
                <c:pt idx="36">
                  <c:v>3.2491850852966309</c:v>
                </c:pt>
                <c:pt idx="37">
                  <c:v>3.1139621734619141</c:v>
                </c:pt>
                <c:pt idx="38">
                  <c:v>3.1676211357116699</c:v>
                </c:pt>
                <c:pt idx="39">
                  <c:v>3.2318449020385742</c:v>
                </c:pt>
                <c:pt idx="40">
                  <c:v>5.5833625793457031</c:v>
                </c:pt>
                <c:pt idx="41">
                  <c:v>2.9092998504638672</c:v>
                </c:pt>
                <c:pt idx="42">
                  <c:v>4.0748379230499268</c:v>
                </c:pt>
                <c:pt idx="43">
                  <c:v>3.1543552875518799</c:v>
                </c:pt>
                <c:pt idx="44">
                  <c:v>3.6828551292419434</c:v>
                </c:pt>
                <c:pt idx="45">
                  <c:v>4.9807190895080566</c:v>
                </c:pt>
                <c:pt idx="46">
                  <c:v>2.9793732166290283</c:v>
                </c:pt>
                <c:pt idx="47">
                  <c:v>4.3047521114349365</c:v>
                </c:pt>
                <c:pt idx="48">
                  <c:v>5.1844172477722168</c:v>
                </c:pt>
                <c:pt idx="49">
                  <c:v>2.9137446880340576</c:v>
                </c:pt>
              </c:numCache>
            </c:numRef>
          </c:val>
          <c:smooth val="0"/>
          <c:extLst>
            <c:ext xmlns:c16="http://schemas.microsoft.com/office/drawing/2014/chart" uri="{C3380CC4-5D6E-409C-BE32-E72D297353CC}">
              <c16:uniqueId val="{00000001-2CBE-43A0-A21E-89F8CF37DD95}"/>
            </c:ext>
          </c:extLst>
        </c:ser>
        <c:dLbls>
          <c:showLegendKey val="0"/>
          <c:showVal val="0"/>
          <c:showCatName val="0"/>
          <c:showSerName val="0"/>
          <c:showPercent val="0"/>
          <c:showBubbleSize val="0"/>
        </c:dLbls>
        <c:smooth val="0"/>
        <c:axId val="128320239"/>
        <c:axId val="128321199"/>
      </c:lineChart>
      <c:catAx>
        <c:axId val="12832023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Run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321199"/>
        <c:crosses val="autoZero"/>
        <c:auto val="1"/>
        <c:lblAlgn val="ctr"/>
        <c:lblOffset val="100"/>
        <c:noMultiLvlLbl val="0"/>
      </c:catAx>
      <c:valAx>
        <c:axId val="128321199"/>
        <c:scaling>
          <c:orientation val="minMax"/>
          <c:min val="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a:solidFill>
                      <a:sysClr val="windowText" lastClr="000000">
                        <a:lumMod val="65000"/>
                        <a:lumOff val="35000"/>
                      </a:sysClr>
                    </a:solidFill>
                  </a:rPr>
                  <a:t>Response Time (seconds)</a:t>
                </a:r>
              </a:p>
            </c:rich>
          </c:tx>
          <c:layout>
            <c:manualLayout>
              <c:xMode val="edge"/>
              <c:yMode val="edge"/>
              <c:x val="3.3950625534807412E-2"/>
              <c:y val="0.18861488852901598"/>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32023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B9C5C6-838E-4A39-881A-C68342086039}" type="datetimeFigureOut">
              <a:rPr lang="en-US" smtClean="0"/>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CCB6BA-B604-43A8-859A-C3364F49D88E}" type="slidenum">
              <a:rPr lang="en-US" smtClean="0"/>
              <a:t>‹#›</a:t>
            </a:fld>
            <a:endParaRPr lang="en-US"/>
          </a:p>
        </p:txBody>
      </p:sp>
    </p:spTree>
    <p:extLst>
      <p:ext uri="{BB962C8B-B14F-4D97-AF65-F5344CB8AC3E}">
        <p14:creationId xmlns:p14="http://schemas.microsoft.com/office/powerpoint/2010/main" val="838372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Seems exaggerative, but common</a:t>
            </a:r>
          </a:p>
        </p:txBody>
      </p:sp>
      <p:sp>
        <p:nvSpPr>
          <p:cNvPr id="4" name="Slide Number Placeholder 3"/>
          <p:cNvSpPr>
            <a:spLocks noGrp="1"/>
          </p:cNvSpPr>
          <p:nvPr>
            <p:ph type="sldNum" sz="quarter" idx="5"/>
          </p:nvPr>
        </p:nvSpPr>
        <p:spPr/>
        <p:txBody>
          <a:bodyPr/>
          <a:lstStyle/>
          <a:p>
            <a:fld id="{22CCB6BA-B604-43A8-859A-C3364F49D88E}" type="slidenum">
              <a:rPr lang="en-US" smtClean="0"/>
              <a:t>5</a:t>
            </a:fld>
            <a:endParaRPr lang="en-US"/>
          </a:p>
        </p:txBody>
      </p:sp>
    </p:spTree>
    <p:extLst>
      <p:ext uri="{BB962C8B-B14F-4D97-AF65-F5344CB8AC3E}">
        <p14:creationId xmlns:p14="http://schemas.microsoft.com/office/powerpoint/2010/main" val="3373631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Reproducibility</a:t>
            </a:r>
            <a:r>
              <a:rPr lang="en-US" dirty="0"/>
              <a:t>: How easily can the results or artifacts be recreated using the captured process and data?</a:t>
            </a:r>
          </a:p>
          <a:p>
            <a:pPr marL="171450" indent="-171450">
              <a:buFont typeface="Arial" panose="020B0604020202020204" pitchFamily="34" charset="0"/>
              <a:buChar char="•"/>
            </a:pPr>
            <a:r>
              <a:rPr lang="en-US" b="1" dirty="0"/>
              <a:t>Transparency</a:t>
            </a:r>
            <a:r>
              <a:rPr lang="en-US" dirty="0"/>
              <a:t>: How accessible and understandable are the process, data, and decisions involved?</a:t>
            </a:r>
          </a:p>
          <a:p>
            <a:pPr marL="171450" indent="-171450">
              <a:buFont typeface="Arial" panose="020B0604020202020204" pitchFamily="34" charset="0"/>
              <a:buChar char="•"/>
            </a:pPr>
            <a:r>
              <a:rPr lang="en-US" b="1" dirty="0"/>
              <a:t>Interoperability</a:t>
            </a:r>
            <a:r>
              <a:rPr lang="en-US" dirty="0"/>
              <a:t>: How easily can the system or data integrate with other tools, standards, or platforms?</a:t>
            </a:r>
          </a:p>
          <a:p>
            <a:endParaRPr lang="en-US" dirty="0"/>
          </a:p>
        </p:txBody>
      </p:sp>
      <p:sp>
        <p:nvSpPr>
          <p:cNvPr id="4" name="Slide Number Placeholder 3"/>
          <p:cNvSpPr>
            <a:spLocks noGrp="1"/>
          </p:cNvSpPr>
          <p:nvPr>
            <p:ph type="sldNum" sz="quarter" idx="5"/>
          </p:nvPr>
        </p:nvSpPr>
        <p:spPr/>
        <p:txBody>
          <a:bodyPr/>
          <a:lstStyle/>
          <a:p>
            <a:fld id="{22CCB6BA-B604-43A8-859A-C3364F49D88E}" type="slidenum">
              <a:rPr lang="en-US" smtClean="0"/>
              <a:t>8</a:t>
            </a:fld>
            <a:endParaRPr lang="en-US"/>
          </a:p>
        </p:txBody>
      </p:sp>
    </p:spTree>
    <p:extLst>
      <p:ext uri="{BB962C8B-B14F-4D97-AF65-F5344CB8AC3E}">
        <p14:creationId xmlns:p14="http://schemas.microsoft.com/office/powerpoint/2010/main" val="422432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entire dissertation documents the reasoning behind a prototypical, experiment software application, so the reputable goal definition for experimental software is used.</a:t>
            </a:r>
          </a:p>
        </p:txBody>
      </p:sp>
      <p:sp>
        <p:nvSpPr>
          <p:cNvPr id="4" name="Slide Number Placeholder 3"/>
          <p:cNvSpPr>
            <a:spLocks noGrp="1"/>
          </p:cNvSpPr>
          <p:nvPr>
            <p:ph type="sldNum" sz="quarter" idx="5"/>
          </p:nvPr>
        </p:nvSpPr>
        <p:spPr/>
        <p:txBody>
          <a:bodyPr/>
          <a:lstStyle/>
          <a:p>
            <a:fld id="{22CCB6BA-B604-43A8-859A-C3364F49D88E}" type="slidenum">
              <a:rPr lang="en-US" smtClean="0"/>
              <a:t>9</a:t>
            </a:fld>
            <a:endParaRPr lang="en-US"/>
          </a:p>
        </p:txBody>
      </p:sp>
    </p:spTree>
    <p:extLst>
      <p:ext uri="{BB962C8B-B14F-4D97-AF65-F5344CB8AC3E}">
        <p14:creationId xmlns:p14="http://schemas.microsoft.com/office/powerpoint/2010/main" val="3269207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ProvTracer operates on a threadpool for management of prompts and responses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values adjustable by user</a:t>
            </a:r>
          </a:p>
          <a:p>
            <a:endParaRPr lang="en-US" dirty="0"/>
          </a:p>
        </p:txBody>
      </p:sp>
      <p:sp>
        <p:nvSpPr>
          <p:cNvPr id="4" name="Slide Number Placeholder 3"/>
          <p:cNvSpPr>
            <a:spLocks noGrp="1"/>
          </p:cNvSpPr>
          <p:nvPr>
            <p:ph type="sldNum" sz="quarter" idx="5"/>
          </p:nvPr>
        </p:nvSpPr>
        <p:spPr/>
        <p:txBody>
          <a:bodyPr/>
          <a:lstStyle/>
          <a:p>
            <a:fld id="{22CCB6BA-B604-43A8-859A-C3364F49D88E}" type="slidenum">
              <a:rPr lang="en-US" smtClean="0"/>
              <a:t>26</a:t>
            </a:fld>
            <a:endParaRPr lang="en-US"/>
          </a:p>
        </p:txBody>
      </p:sp>
    </p:spTree>
    <p:extLst>
      <p:ext uri="{BB962C8B-B14F-4D97-AF65-F5344CB8AC3E}">
        <p14:creationId xmlns:p14="http://schemas.microsoft.com/office/powerpoint/2010/main" val="1234564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GPT-4o-mini is fastest and cheapest; it was used in most of the evaluations</a:t>
            </a:r>
          </a:p>
        </p:txBody>
      </p:sp>
      <p:sp>
        <p:nvSpPr>
          <p:cNvPr id="4" name="Slide Number Placeholder 3"/>
          <p:cNvSpPr>
            <a:spLocks noGrp="1"/>
          </p:cNvSpPr>
          <p:nvPr>
            <p:ph type="sldNum" sz="quarter" idx="5"/>
          </p:nvPr>
        </p:nvSpPr>
        <p:spPr/>
        <p:txBody>
          <a:bodyPr/>
          <a:lstStyle/>
          <a:p>
            <a:fld id="{22CCB6BA-B604-43A8-859A-C3364F49D88E}" type="slidenum">
              <a:rPr lang="en-US" smtClean="0"/>
              <a:t>27</a:t>
            </a:fld>
            <a:endParaRPr lang="en-US"/>
          </a:p>
        </p:txBody>
      </p:sp>
    </p:spTree>
    <p:extLst>
      <p:ext uri="{BB962C8B-B14F-4D97-AF65-F5344CB8AC3E}">
        <p14:creationId xmlns:p14="http://schemas.microsoft.com/office/powerpoint/2010/main" val="3577124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of ProvTracer’s novelty, the MLLMs underlying had to be tested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Programmatic conversion of plaintext summaries into KGs is more reliable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Latency benchmarks</a:t>
            </a:r>
            <a:r>
              <a:rPr lang="en-US" dirty="0"/>
              <a:t>: response time seemed to improve with more constrained structured prompts</a:t>
            </a:r>
          </a:p>
          <a:p>
            <a:endParaRPr lang="en-US" dirty="0"/>
          </a:p>
          <a:p>
            <a:endParaRPr lang="en-US" dirty="0"/>
          </a:p>
        </p:txBody>
      </p:sp>
      <p:sp>
        <p:nvSpPr>
          <p:cNvPr id="4" name="Slide Number Placeholder 3"/>
          <p:cNvSpPr>
            <a:spLocks noGrp="1"/>
          </p:cNvSpPr>
          <p:nvPr>
            <p:ph type="sldNum" sz="quarter" idx="5"/>
          </p:nvPr>
        </p:nvSpPr>
        <p:spPr/>
        <p:txBody>
          <a:bodyPr/>
          <a:lstStyle/>
          <a:p>
            <a:fld id="{22CCB6BA-B604-43A8-859A-C3364F49D88E}" type="slidenum">
              <a:rPr lang="en-US" smtClean="0"/>
              <a:t>28</a:t>
            </a:fld>
            <a:endParaRPr lang="en-US"/>
          </a:p>
        </p:txBody>
      </p:sp>
    </p:spTree>
    <p:extLst>
      <p:ext uri="{BB962C8B-B14F-4D97-AF65-F5344CB8AC3E}">
        <p14:creationId xmlns:p14="http://schemas.microsoft.com/office/powerpoint/2010/main" val="1801766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30 seconds worth of graph</a:t>
            </a:r>
          </a:p>
          <a:p>
            <a:endParaRPr lang="en-US" dirty="0"/>
          </a:p>
        </p:txBody>
      </p:sp>
      <p:sp>
        <p:nvSpPr>
          <p:cNvPr id="4" name="Slide Number Placeholder 3"/>
          <p:cNvSpPr>
            <a:spLocks noGrp="1"/>
          </p:cNvSpPr>
          <p:nvPr>
            <p:ph type="sldNum" sz="quarter" idx="5"/>
          </p:nvPr>
        </p:nvSpPr>
        <p:spPr/>
        <p:txBody>
          <a:bodyPr/>
          <a:lstStyle/>
          <a:p>
            <a:fld id="{22CCB6BA-B604-43A8-859A-C3364F49D88E}" type="slidenum">
              <a:rPr lang="en-US" smtClean="0"/>
              <a:t>39</a:t>
            </a:fld>
            <a:endParaRPr lang="en-US"/>
          </a:p>
        </p:txBody>
      </p:sp>
    </p:spTree>
    <p:extLst>
      <p:ext uri="{BB962C8B-B14F-4D97-AF65-F5344CB8AC3E}">
        <p14:creationId xmlns:p14="http://schemas.microsoft.com/office/powerpoint/2010/main" val="4085915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highlights challenges in visual context reasoning</a:t>
            </a:r>
          </a:p>
        </p:txBody>
      </p:sp>
      <p:sp>
        <p:nvSpPr>
          <p:cNvPr id="4" name="Slide Number Placeholder 3"/>
          <p:cNvSpPr>
            <a:spLocks noGrp="1"/>
          </p:cNvSpPr>
          <p:nvPr>
            <p:ph type="sldNum" sz="quarter" idx="5"/>
          </p:nvPr>
        </p:nvSpPr>
        <p:spPr/>
        <p:txBody>
          <a:bodyPr/>
          <a:lstStyle/>
          <a:p>
            <a:fld id="{22CCB6BA-B604-43A8-859A-C3364F49D88E}" type="slidenum">
              <a:rPr lang="en-US" smtClean="0"/>
              <a:t>43</a:t>
            </a:fld>
            <a:endParaRPr lang="en-US"/>
          </a:p>
        </p:txBody>
      </p:sp>
    </p:spTree>
    <p:extLst>
      <p:ext uri="{BB962C8B-B14F-4D97-AF65-F5344CB8AC3E}">
        <p14:creationId xmlns:p14="http://schemas.microsoft.com/office/powerpoint/2010/main" val="40867178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Several applications used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More clipboard and window activity compared to programming due to web browsing and reference material</a:t>
            </a:r>
          </a:p>
          <a:p>
            <a:endParaRPr lang="en-US" dirty="0"/>
          </a:p>
        </p:txBody>
      </p:sp>
      <p:sp>
        <p:nvSpPr>
          <p:cNvPr id="4" name="Slide Number Placeholder 3"/>
          <p:cNvSpPr>
            <a:spLocks noGrp="1"/>
          </p:cNvSpPr>
          <p:nvPr>
            <p:ph type="sldNum" sz="quarter" idx="5"/>
          </p:nvPr>
        </p:nvSpPr>
        <p:spPr/>
        <p:txBody>
          <a:bodyPr/>
          <a:lstStyle/>
          <a:p>
            <a:fld id="{22CCB6BA-B604-43A8-859A-C3364F49D88E}" type="slidenum">
              <a:rPr lang="en-US" smtClean="0"/>
              <a:t>45</a:t>
            </a:fld>
            <a:endParaRPr lang="en-US"/>
          </a:p>
        </p:txBody>
      </p:sp>
    </p:spTree>
    <p:extLst>
      <p:ext uri="{BB962C8B-B14F-4D97-AF65-F5344CB8AC3E}">
        <p14:creationId xmlns:p14="http://schemas.microsoft.com/office/powerpoint/2010/main" val="879498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Appears to be, may, consists of, etc.</a:t>
            </a:r>
          </a:p>
        </p:txBody>
      </p:sp>
      <p:sp>
        <p:nvSpPr>
          <p:cNvPr id="4" name="Slide Number Placeholder 3"/>
          <p:cNvSpPr>
            <a:spLocks noGrp="1"/>
          </p:cNvSpPr>
          <p:nvPr>
            <p:ph type="sldNum" sz="quarter" idx="5"/>
          </p:nvPr>
        </p:nvSpPr>
        <p:spPr/>
        <p:txBody>
          <a:bodyPr/>
          <a:lstStyle/>
          <a:p>
            <a:fld id="{22CCB6BA-B604-43A8-859A-C3364F49D88E}" type="slidenum">
              <a:rPr lang="en-US" smtClean="0"/>
              <a:t>47</a:t>
            </a:fld>
            <a:endParaRPr lang="en-US"/>
          </a:p>
        </p:txBody>
      </p:sp>
    </p:spTree>
    <p:extLst>
      <p:ext uri="{BB962C8B-B14F-4D97-AF65-F5344CB8AC3E}">
        <p14:creationId xmlns:p14="http://schemas.microsoft.com/office/powerpoint/2010/main" val="3995363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DFBBF-6265-E05B-71D3-8EE66FEC79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4B6016-1824-58F3-25F8-07B71738CE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D6D6AB-7FB6-2014-C0DA-4E60415B18A5}"/>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C74DC466-24FA-0842-A28D-1A903B1A385F}"/>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D23188D5-7834-0E4A-D663-BE9E2DFCDE21}"/>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4293726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71A27-D24D-466A-837A-E3C5B68E6D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D7CE8B-3F97-0D01-302C-5AEC7643A0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AFD8C1-5427-16DD-F83F-3D4C72D49C34}"/>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EB71DFEE-0D8A-93EA-EF7F-77C3817D5E6A}"/>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7FD7A175-0660-7127-7D70-1BC12EC1E573}"/>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2711074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6048B-9803-1796-FF04-E407C3EEF6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2358F1-E9A4-956A-24B8-8A251E0EB2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3501DD-34BE-0C71-B8E9-2225FF3AA365}"/>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95432781-7F8A-8DE6-9151-CA02C328BD0E}"/>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2A386F57-B7DF-DC50-8390-5AFC0AC5B8CE}"/>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763915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E8A56-5AB4-57E3-050C-9363CFE825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EB7A9B-122E-2ADB-A023-2BBA6A4D96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D8AA60-9980-AFC8-B653-D6F4E97EF1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55439F-B90D-480A-242F-CF431429DB39}"/>
              </a:ext>
            </a:extLst>
          </p:cNvPr>
          <p:cNvSpPr>
            <a:spLocks noGrp="1"/>
          </p:cNvSpPr>
          <p:nvPr>
            <p:ph type="dt" sz="half" idx="10"/>
          </p:nvPr>
        </p:nvSpPr>
        <p:spPr/>
        <p:txBody>
          <a:bodyPr/>
          <a:lstStyle/>
          <a:p>
            <a:r>
              <a:rPr lang="en-US"/>
              <a:t>April 21st, 2025</a:t>
            </a:r>
          </a:p>
        </p:txBody>
      </p:sp>
      <p:sp>
        <p:nvSpPr>
          <p:cNvPr id="6" name="Footer Placeholder 5">
            <a:extLst>
              <a:ext uri="{FF2B5EF4-FFF2-40B4-BE49-F238E27FC236}">
                <a16:creationId xmlns:a16="http://schemas.microsoft.com/office/drawing/2014/main" id="{D18FD420-AE31-1839-ADDC-87CA0F2D53AA}"/>
              </a:ext>
            </a:extLst>
          </p:cNvPr>
          <p:cNvSpPr>
            <a:spLocks noGrp="1"/>
          </p:cNvSpPr>
          <p:nvPr>
            <p:ph type="ftr" sz="quarter" idx="11"/>
          </p:nvPr>
        </p:nvSpPr>
        <p:spPr/>
        <p:txBody>
          <a:bodyPr/>
          <a:lstStyle/>
          <a:p>
            <a:r>
              <a:rPr lang="de-DE"/>
              <a:t>Tyler T. Procko - ERAU Daytona</a:t>
            </a:r>
            <a:endParaRPr lang="en-US"/>
          </a:p>
        </p:txBody>
      </p:sp>
      <p:sp>
        <p:nvSpPr>
          <p:cNvPr id="7" name="Slide Number Placeholder 6">
            <a:extLst>
              <a:ext uri="{FF2B5EF4-FFF2-40B4-BE49-F238E27FC236}">
                <a16:creationId xmlns:a16="http://schemas.microsoft.com/office/drawing/2014/main" id="{B62DFF40-2459-63E0-9174-614B7154EB59}"/>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2262581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AC41C-C3C3-94A1-31BC-DE3CBA488C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9FCB91-E90E-71F4-C6AF-8D5D0A62B1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43B508-24C1-F5FD-F372-D1CCD57CED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5F6429-2332-DDE7-7620-E279CC523D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152B87-1927-446C-E071-3AB298AFD7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597D6D-DFEE-4E70-DBBC-D6D37A8B63DA}"/>
              </a:ext>
            </a:extLst>
          </p:cNvPr>
          <p:cNvSpPr>
            <a:spLocks noGrp="1"/>
          </p:cNvSpPr>
          <p:nvPr>
            <p:ph type="dt" sz="half" idx="10"/>
          </p:nvPr>
        </p:nvSpPr>
        <p:spPr/>
        <p:txBody>
          <a:bodyPr/>
          <a:lstStyle/>
          <a:p>
            <a:r>
              <a:rPr lang="en-US"/>
              <a:t>April 21st, 2025</a:t>
            </a:r>
          </a:p>
        </p:txBody>
      </p:sp>
      <p:sp>
        <p:nvSpPr>
          <p:cNvPr id="8" name="Footer Placeholder 7">
            <a:extLst>
              <a:ext uri="{FF2B5EF4-FFF2-40B4-BE49-F238E27FC236}">
                <a16:creationId xmlns:a16="http://schemas.microsoft.com/office/drawing/2014/main" id="{20B880D8-8AFD-918D-0842-925BB2D8514B}"/>
              </a:ext>
            </a:extLst>
          </p:cNvPr>
          <p:cNvSpPr>
            <a:spLocks noGrp="1"/>
          </p:cNvSpPr>
          <p:nvPr>
            <p:ph type="ftr" sz="quarter" idx="11"/>
          </p:nvPr>
        </p:nvSpPr>
        <p:spPr/>
        <p:txBody>
          <a:bodyPr/>
          <a:lstStyle/>
          <a:p>
            <a:r>
              <a:rPr lang="de-DE"/>
              <a:t>Tyler T. Procko - ERAU Daytona</a:t>
            </a:r>
            <a:endParaRPr lang="en-US"/>
          </a:p>
        </p:txBody>
      </p:sp>
      <p:sp>
        <p:nvSpPr>
          <p:cNvPr id="9" name="Slide Number Placeholder 8">
            <a:extLst>
              <a:ext uri="{FF2B5EF4-FFF2-40B4-BE49-F238E27FC236}">
                <a16:creationId xmlns:a16="http://schemas.microsoft.com/office/drawing/2014/main" id="{F8F389A0-E24D-C25F-0975-7CC0EC2A2B65}"/>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1778187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CC7D-AA49-ED28-4B25-2B2587E51E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CA343A-5E0E-CD15-7B25-15411CC75F26}"/>
              </a:ext>
            </a:extLst>
          </p:cNvPr>
          <p:cNvSpPr>
            <a:spLocks noGrp="1"/>
          </p:cNvSpPr>
          <p:nvPr>
            <p:ph type="dt" sz="half" idx="10"/>
          </p:nvPr>
        </p:nvSpPr>
        <p:spPr/>
        <p:txBody>
          <a:bodyPr/>
          <a:lstStyle/>
          <a:p>
            <a:r>
              <a:rPr lang="en-US"/>
              <a:t>April 21st, 2025</a:t>
            </a:r>
          </a:p>
        </p:txBody>
      </p:sp>
      <p:sp>
        <p:nvSpPr>
          <p:cNvPr id="4" name="Footer Placeholder 3">
            <a:extLst>
              <a:ext uri="{FF2B5EF4-FFF2-40B4-BE49-F238E27FC236}">
                <a16:creationId xmlns:a16="http://schemas.microsoft.com/office/drawing/2014/main" id="{FA059325-1EB5-FE7C-8E02-EAE24D3D90D0}"/>
              </a:ext>
            </a:extLst>
          </p:cNvPr>
          <p:cNvSpPr>
            <a:spLocks noGrp="1"/>
          </p:cNvSpPr>
          <p:nvPr>
            <p:ph type="ftr" sz="quarter" idx="11"/>
          </p:nvPr>
        </p:nvSpPr>
        <p:spPr/>
        <p:txBody>
          <a:bodyPr/>
          <a:lstStyle/>
          <a:p>
            <a:r>
              <a:rPr lang="de-DE"/>
              <a:t>Tyler T. Procko - ERAU Daytona</a:t>
            </a:r>
            <a:endParaRPr lang="en-US"/>
          </a:p>
        </p:txBody>
      </p:sp>
      <p:sp>
        <p:nvSpPr>
          <p:cNvPr id="5" name="Slide Number Placeholder 4">
            <a:extLst>
              <a:ext uri="{FF2B5EF4-FFF2-40B4-BE49-F238E27FC236}">
                <a16:creationId xmlns:a16="http://schemas.microsoft.com/office/drawing/2014/main" id="{89882B81-6B3D-9687-37CE-E8E1C3186213}"/>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3589358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3DD2DD-F205-70D0-D8B3-AE89A5ED551B}"/>
              </a:ext>
            </a:extLst>
          </p:cNvPr>
          <p:cNvSpPr>
            <a:spLocks noGrp="1"/>
          </p:cNvSpPr>
          <p:nvPr>
            <p:ph type="dt" sz="half" idx="10"/>
          </p:nvPr>
        </p:nvSpPr>
        <p:spPr/>
        <p:txBody>
          <a:bodyPr/>
          <a:lstStyle/>
          <a:p>
            <a:r>
              <a:rPr lang="en-US"/>
              <a:t>April 21st, 2025</a:t>
            </a:r>
          </a:p>
        </p:txBody>
      </p:sp>
      <p:sp>
        <p:nvSpPr>
          <p:cNvPr id="3" name="Footer Placeholder 2">
            <a:extLst>
              <a:ext uri="{FF2B5EF4-FFF2-40B4-BE49-F238E27FC236}">
                <a16:creationId xmlns:a16="http://schemas.microsoft.com/office/drawing/2014/main" id="{39C7994A-CFAC-D4C2-32D9-10C7B6117852}"/>
              </a:ext>
            </a:extLst>
          </p:cNvPr>
          <p:cNvSpPr>
            <a:spLocks noGrp="1"/>
          </p:cNvSpPr>
          <p:nvPr>
            <p:ph type="ftr" sz="quarter" idx="11"/>
          </p:nvPr>
        </p:nvSpPr>
        <p:spPr/>
        <p:txBody>
          <a:bodyPr/>
          <a:lstStyle/>
          <a:p>
            <a:r>
              <a:rPr lang="de-DE"/>
              <a:t>Tyler T. Procko - ERAU Daytona</a:t>
            </a:r>
            <a:endParaRPr lang="en-US"/>
          </a:p>
        </p:txBody>
      </p:sp>
      <p:sp>
        <p:nvSpPr>
          <p:cNvPr id="4" name="Slide Number Placeholder 3">
            <a:extLst>
              <a:ext uri="{FF2B5EF4-FFF2-40B4-BE49-F238E27FC236}">
                <a16:creationId xmlns:a16="http://schemas.microsoft.com/office/drawing/2014/main" id="{192FF925-D4DA-0094-8B9A-A14D2363D385}"/>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455525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05EFA-4A05-67EE-7799-B0570299A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EC578E-D5FE-B0C9-9360-0420787D37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DFCE4E-861F-13A1-4015-910684CDE4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1C7208-6EB4-5960-2A4D-0A33F983D170}"/>
              </a:ext>
            </a:extLst>
          </p:cNvPr>
          <p:cNvSpPr>
            <a:spLocks noGrp="1"/>
          </p:cNvSpPr>
          <p:nvPr>
            <p:ph type="dt" sz="half" idx="10"/>
          </p:nvPr>
        </p:nvSpPr>
        <p:spPr/>
        <p:txBody>
          <a:bodyPr/>
          <a:lstStyle/>
          <a:p>
            <a:r>
              <a:rPr lang="en-US"/>
              <a:t>April 21st, 2025</a:t>
            </a:r>
          </a:p>
        </p:txBody>
      </p:sp>
      <p:sp>
        <p:nvSpPr>
          <p:cNvPr id="6" name="Footer Placeholder 5">
            <a:extLst>
              <a:ext uri="{FF2B5EF4-FFF2-40B4-BE49-F238E27FC236}">
                <a16:creationId xmlns:a16="http://schemas.microsoft.com/office/drawing/2014/main" id="{D605AE9C-F940-E880-C38B-3A61AEC98183}"/>
              </a:ext>
            </a:extLst>
          </p:cNvPr>
          <p:cNvSpPr>
            <a:spLocks noGrp="1"/>
          </p:cNvSpPr>
          <p:nvPr>
            <p:ph type="ftr" sz="quarter" idx="11"/>
          </p:nvPr>
        </p:nvSpPr>
        <p:spPr/>
        <p:txBody>
          <a:bodyPr/>
          <a:lstStyle/>
          <a:p>
            <a:r>
              <a:rPr lang="de-DE"/>
              <a:t>Tyler T. Procko - ERAU Daytona</a:t>
            </a:r>
            <a:endParaRPr lang="en-US"/>
          </a:p>
        </p:txBody>
      </p:sp>
      <p:sp>
        <p:nvSpPr>
          <p:cNvPr id="7" name="Slide Number Placeholder 6">
            <a:extLst>
              <a:ext uri="{FF2B5EF4-FFF2-40B4-BE49-F238E27FC236}">
                <a16:creationId xmlns:a16="http://schemas.microsoft.com/office/drawing/2014/main" id="{071260B3-CC46-09C2-D0E9-A6466534FFDE}"/>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3554510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5B40C-87FD-2A9E-6BF1-4F5CC5D220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724627-4549-5504-C28E-7F217D414B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3B3C1C-E3A8-6897-6AAF-BC1B138C5B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2511DF-4476-B4AF-2CB1-445F54D933E1}"/>
              </a:ext>
            </a:extLst>
          </p:cNvPr>
          <p:cNvSpPr>
            <a:spLocks noGrp="1"/>
          </p:cNvSpPr>
          <p:nvPr>
            <p:ph type="dt" sz="half" idx="10"/>
          </p:nvPr>
        </p:nvSpPr>
        <p:spPr/>
        <p:txBody>
          <a:bodyPr/>
          <a:lstStyle/>
          <a:p>
            <a:r>
              <a:rPr lang="en-US"/>
              <a:t>April 21st, 2025</a:t>
            </a:r>
          </a:p>
        </p:txBody>
      </p:sp>
      <p:sp>
        <p:nvSpPr>
          <p:cNvPr id="6" name="Footer Placeholder 5">
            <a:extLst>
              <a:ext uri="{FF2B5EF4-FFF2-40B4-BE49-F238E27FC236}">
                <a16:creationId xmlns:a16="http://schemas.microsoft.com/office/drawing/2014/main" id="{331D3761-67F8-3CE0-2FD2-328ACDB852AD}"/>
              </a:ext>
            </a:extLst>
          </p:cNvPr>
          <p:cNvSpPr>
            <a:spLocks noGrp="1"/>
          </p:cNvSpPr>
          <p:nvPr>
            <p:ph type="ftr" sz="quarter" idx="11"/>
          </p:nvPr>
        </p:nvSpPr>
        <p:spPr/>
        <p:txBody>
          <a:bodyPr/>
          <a:lstStyle/>
          <a:p>
            <a:r>
              <a:rPr lang="de-DE"/>
              <a:t>Tyler T. Procko - ERAU Daytona</a:t>
            </a:r>
            <a:endParaRPr lang="en-US"/>
          </a:p>
        </p:txBody>
      </p:sp>
      <p:sp>
        <p:nvSpPr>
          <p:cNvPr id="7" name="Slide Number Placeholder 6">
            <a:extLst>
              <a:ext uri="{FF2B5EF4-FFF2-40B4-BE49-F238E27FC236}">
                <a16:creationId xmlns:a16="http://schemas.microsoft.com/office/drawing/2014/main" id="{581E562E-C71C-7D64-37BF-7C56727E295C}"/>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2736931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2D64A-25B3-2927-B9AD-D0D9D74F94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55DA67-7056-3F83-3140-27E850B2C1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C22C8A-26E0-9193-CFF1-81AB37503B25}"/>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4C475DA8-57E8-7143-1D9F-76A2D9DA32F0}"/>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F5522CE1-FB8C-1259-D06A-886EDF7B1096}"/>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823147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BB61ED-0404-13F3-9760-DC80BA038F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969A18-07D9-C125-D8E2-876AF6BE91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712191-ED96-C56C-3DA1-53E2C00F8750}"/>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EB8899F4-7898-F267-0E5A-D09E54E416EF}"/>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4AE48E35-EF2E-B95D-F9B9-83139EF60FB2}"/>
              </a:ext>
            </a:extLst>
          </p:cNvPr>
          <p:cNvSpPr>
            <a:spLocks noGrp="1"/>
          </p:cNvSpPr>
          <p:nvPr>
            <p:ph type="sldNum" sz="quarter" idx="12"/>
          </p:nvPr>
        </p:nvSpPr>
        <p:spPr/>
        <p:txBody>
          <a:bodyPr/>
          <a:lstStyle/>
          <a:p>
            <a:fld id="{C473A0A6-EC25-4F79-943E-C6FB53EAB36C}" type="slidenum">
              <a:rPr lang="en-US" smtClean="0"/>
              <a:t>‹#›</a:t>
            </a:fld>
            <a:endParaRPr lang="en-US"/>
          </a:p>
        </p:txBody>
      </p:sp>
    </p:spTree>
    <p:extLst>
      <p:ext uri="{BB962C8B-B14F-4D97-AF65-F5344CB8AC3E}">
        <p14:creationId xmlns:p14="http://schemas.microsoft.com/office/powerpoint/2010/main" val="392537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48D89D-490C-8C0A-9739-46745D7BFE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D4112F-61A0-ECE1-F93A-EA3AAE851D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FF1554-B5FB-A632-316A-148C504A38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April 21st, 2025</a:t>
            </a:r>
          </a:p>
        </p:txBody>
      </p:sp>
      <p:sp>
        <p:nvSpPr>
          <p:cNvPr id="5" name="Footer Placeholder 4">
            <a:extLst>
              <a:ext uri="{FF2B5EF4-FFF2-40B4-BE49-F238E27FC236}">
                <a16:creationId xmlns:a16="http://schemas.microsoft.com/office/drawing/2014/main" id="{363C8E28-05AB-1F6C-E496-DD44E86872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de-DE"/>
              <a:t>Tyler T. Procko - ERAU Daytona</a:t>
            </a:r>
            <a:endParaRPr lang="en-US"/>
          </a:p>
        </p:txBody>
      </p:sp>
      <p:sp>
        <p:nvSpPr>
          <p:cNvPr id="6" name="Slide Number Placeholder 5">
            <a:extLst>
              <a:ext uri="{FF2B5EF4-FFF2-40B4-BE49-F238E27FC236}">
                <a16:creationId xmlns:a16="http://schemas.microsoft.com/office/drawing/2014/main" id="{E21C1C09-5BC0-9152-2F51-8944FEBD28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73A0A6-EC25-4F79-943E-C6FB53EAB36C}" type="slidenum">
              <a:rPr lang="en-US" smtClean="0"/>
              <a:t>‹#›</a:t>
            </a:fld>
            <a:endParaRPr lang="en-US"/>
          </a:p>
        </p:txBody>
      </p:sp>
    </p:spTree>
    <p:extLst>
      <p:ext uri="{BB962C8B-B14F-4D97-AF65-F5344CB8AC3E}">
        <p14:creationId xmlns:p14="http://schemas.microsoft.com/office/powerpoint/2010/main" val="2275164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chart" Target="../charts/char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D3EDF-E8AE-649A-5EEE-1B0779B669EC}"/>
              </a:ext>
            </a:extLst>
          </p:cNvPr>
          <p:cNvSpPr>
            <a:spLocks noGrp="1"/>
          </p:cNvSpPr>
          <p:nvPr>
            <p:ph type="ctrTitle"/>
          </p:nvPr>
        </p:nvSpPr>
        <p:spPr>
          <a:xfrm>
            <a:off x="1149849" y="777891"/>
            <a:ext cx="9892301" cy="2387600"/>
          </a:xfrm>
        </p:spPr>
        <p:txBody>
          <a:bodyPr>
            <a:noAutofit/>
          </a:bodyPr>
          <a:lstStyle/>
          <a:p>
            <a:r>
              <a:rPr lang="en-US" sz="3800" b="1" dirty="0"/>
              <a:t>Dissertation Defense</a:t>
            </a:r>
            <a:r>
              <a:rPr lang="en-US" sz="3800" dirty="0"/>
              <a:t>:</a:t>
            </a:r>
            <a:br>
              <a:rPr lang="en-US" sz="3800" dirty="0"/>
            </a:br>
            <a:r>
              <a:rPr lang="en-US" sz="3800" i="1" dirty="0"/>
              <a:t>On the Provenance of Software Systems: Automating Software Traceability with Knowledge Graph and Large Language Model Synergy</a:t>
            </a:r>
          </a:p>
        </p:txBody>
      </p:sp>
      <p:sp>
        <p:nvSpPr>
          <p:cNvPr id="3" name="Subtitle 2">
            <a:extLst>
              <a:ext uri="{FF2B5EF4-FFF2-40B4-BE49-F238E27FC236}">
                <a16:creationId xmlns:a16="http://schemas.microsoft.com/office/drawing/2014/main" id="{2A7F85D6-CCD7-5761-9F62-4F887F6C5399}"/>
              </a:ext>
            </a:extLst>
          </p:cNvPr>
          <p:cNvSpPr>
            <a:spLocks noGrp="1"/>
          </p:cNvSpPr>
          <p:nvPr>
            <p:ph type="subTitle" idx="1"/>
          </p:nvPr>
        </p:nvSpPr>
        <p:spPr>
          <a:xfrm>
            <a:off x="1524000" y="3513763"/>
            <a:ext cx="9144000" cy="2848126"/>
          </a:xfrm>
        </p:spPr>
        <p:txBody>
          <a:bodyPr>
            <a:normAutofit/>
          </a:bodyPr>
          <a:lstStyle/>
          <a:p>
            <a:r>
              <a:rPr lang="en-US" sz="1600" dirty="0"/>
              <a:t>Tyler Thomas Procko</a:t>
            </a:r>
          </a:p>
          <a:p>
            <a:endParaRPr lang="en-US" sz="1600" dirty="0"/>
          </a:p>
          <a:p>
            <a:r>
              <a:rPr lang="en-US" sz="1400" dirty="0"/>
              <a:t>Advisor: </a:t>
            </a:r>
            <a:r>
              <a:rPr lang="en-US" sz="1400" i="1" dirty="0"/>
              <a:t>Dr. Omar Ochoa</a:t>
            </a:r>
          </a:p>
          <a:p>
            <a:r>
              <a:rPr lang="en-US" sz="1400" dirty="0"/>
              <a:t>Committee: </a:t>
            </a:r>
            <a:r>
              <a:rPr lang="en-US" sz="1400" i="1" dirty="0"/>
              <a:t>Dr. Nicholas Del Rio, Dr. </a:t>
            </a:r>
            <a:r>
              <a:rPr lang="en-US" sz="1400" i="1" dirty="0" err="1"/>
              <a:t>Massood</a:t>
            </a:r>
            <a:r>
              <a:rPr lang="en-US" sz="1400" i="1" dirty="0"/>
              <a:t> </a:t>
            </a:r>
            <a:r>
              <a:rPr lang="en-US" sz="1400" i="1" dirty="0" err="1"/>
              <a:t>Towhidnejad</a:t>
            </a:r>
            <a:r>
              <a:rPr lang="en-US" sz="1400" i="1" dirty="0"/>
              <a:t>, Dr. Keith Garfield, Dr. Alex Vargas</a:t>
            </a:r>
          </a:p>
          <a:p>
            <a:endParaRPr lang="en-US" sz="1400" i="1" dirty="0"/>
          </a:p>
          <a:p>
            <a:r>
              <a:rPr lang="en-US" sz="1400" dirty="0"/>
              <a:t>April 21</a:t>
            </a:r>
            <a:r>
              <a:rPr lang="en-US" sz="1400" baseline="30000" dirty="0"/>
              <a:t>st</a:t>
            </a:r>
            <a:r>
              <a:rPr lang="en-US" sz="1400" dirty="0"/>
              <a:t>, 2025 - 1pm EST</a:t>
            </a:r>
          </a:p>
          <a:p>
            <a:r>
              <a:rPr lang="en-US" sz="1400" dirty="0"/>
              <a:t>Embry-Riddle Aeronautical University, LB373</a:t>
            </a:r>
          </a:p>
          <a:p>
            <a:r>
              <a:rPr lang="en-US" sz="1400" dirty="0"/>
              <a:t>Daytona Beach, Florida</a:t>
            </a:r>
          </a:p>
        </p:txBody>
      </p:sp>
      <p:pic>
        <p:nvPicPr>
          <p:cNvPr id="4" name="Picture 3">
            <a:extLst>
              <a:ext uri="{FF2B5EF4-FFF2-40B4-BE49-F238E27FC236}">
                <a16:creationId xmlns:a16="http://schemas.microsoft.com/office/drawing/2014/main" id="{346168D3-725E-8EA1-B6BB-4FBC04176073}"/>
              </a:ext>
            </a:extLst>
          </p:cNvPr>
          <p:cNvPicPr>
            <a:picLocks noChangeAspect="1"/>
          </p:cNvPicPr>
          <p:nvPr/>
        </p:nvPicPr>
        <p:blipFill>
          <a:blip r:embed="rId2"/>
          <a:stretch>
            <a:fillRect/>
          </a:stretch>
        </p:blipFill>
        <p:spPr>
          <a:xfrm>
            <a:off x="10436144" y="5212405"/>
            <a:ext cx="1476996" cy="1447800"/>
          </a:xfrm>
          <a:prstGeom prst="rect">
            <a:avLst/>
          </a:prstGeom>
        </p:spPr>
      </p:pic>
      <p:pic>
        <p:nvPicPr>
          <p:cNvPr id="5" name="Picture 4">
            <a:extLst>
              <a:ext uri="{FF2B5EF4-FFF2-40B4-BE49-F238E27FC236}">
                <a16:creationId xmlns:a16="http://schemas.microsoft.com/office/drawing/2014/main" id="{E4C5C2B4-1923-4491-8EA5-1281CDA86442}"/>
              </a:ext>
            </a:extLst>
          </p:cNvPr>
          <p:cNvPicPr>
            <a:picLocks noChangeAspect="1"/>
          </p:cNvPicPr>
          <p:nvPr/>
        </p:nvPicPr>
        <p:blipFill>
          <a:blip r:embed="rId3"/>
          <a:srcRect l="4290" b="5205"/>
          <a:stretch/>
        </p:blipFill>
        <p:spPr>
          <a:xfrm>
            <a:off x="278860" y="5065679"/>
            <a:ext cx="1609913" cy="1594526"/>
          </a:xfrm>
          <a:prstGeom prst="rect">
            <a:avLst/>
          </a:prstGeom>
        </p:spPr>
      </p:pic>
    </p:spTree>
    <p:extLst>
      <p:ext uri="{BB962C8B-B14F-4D97-AF65-F5344CB8AC3E}">
        <p14:creationId xmlns:p14="http://schemas.microsoft.com/office/powerpoint/2010/main" val="74147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03AB015-B2EA-DAC3-57BC-A7B0304BA927}"/>
              </a:ext>
            </a:extLst>
          </p:cNvPr>
          <p:cNvPicPr>
            <a:picLocks noChangeAspect="1"/>
          </p:cNvPicPr>
          <p:nvPr/>
        </p:nvPicPr>
        <p:blipFill rotWithShape="1">
          <a:blip r:embed="rId2"/>
          <a:srcRect l="5337" r="4146" b="1243"/>
          <a:stretch/>
        </p:blipFill>
        <p:spPr>
          <a:xfrm>
            <a:off x="5934308" y="1574801"/>
            <a:ext cx="6257692" cy="5283200"/>
          </a:xfrm>
          <a:prstGeom prst="rect">
            <a:avLst/>
          </a:prstGeom>
        </p:spPr>
      </p:pic>
      <p:sp>
        <p:nvSpPr>
          <p:cNvPr id="2" name="Title 1">
            <a:extLst>
              <a:ext uri="{FF2B5EF4-FFF2-40B4-BE49-F238E27FC236}">
                <a16:creationId xmlns:a16="http://schemas.microsoft.com/office/drawing/2014/main" id="{2DF8DAC3-D05A-1A93-1916-3D042F3395DF}"/>
              </a:ext>
            </a:extLst>
          </p:cNvPr>
          <p:cNvSpPr>
            <a:spLocks noGrp="1"/>
          </p:cNvSpPr>
          <p:nvPr>
            <p:ph type="title"/>
          </p:nvPr>
        </p:nvSpPr>
        <p:spPr/>
        <p:txBody>
          <a:bodyPr/>
          <a:lstStyle/>
          <a:p>
            <a:r>
              <a:rPr lang="en-US" dirty="0"/>
              <a:t>Presentation Outline</a:t>
            </a:r>
          </a:p>
        </p:txBody>
      </p:sp>
      <p:sp>
        <p:nvSpPr>
          <p:cNvPr id="3" name="Content Placeholder 2">
            <a:extLst>
              <a:ext uri="{FF2B5EF4-FFF2-40B4-BE49-F238E27FC236}">
                <a16:creationId xmlns:a16="http://schemas.microsoft.com/office/drawing/2014/main" id="{ADC61D9C-D778-207A-5FBC-715CD6C24CD3}"/>
              </a:ext>
            </a:extLst>
          </p:cNvPr>
          <p:cNvSpPr>
            <a:spLocks noGrp="1"/>
          </p:cNvSpPr>
          <p:nvPr>
            <p:ph idx="1"/>
          </p:nvPr>
        </p:nvSpPr>
        <p:spPr/>
        <p:txBody>
          <a:bodyPr>
            <a:normAutofit fontScale="85000" lnSpcReduction="20000"/>
          </a:bodyPr>
          <a:lstStyle/>
          <a:p>
            <a:r>
              <a:rPr lang="en-US" dirty="0"/>
              <a:t>Introduction</a:t>
            </a:r>
          </a:p>
          <a:p>
            <a:r>
              <a:rPr lang="en-US" dirty="0"/>
              <a:t>Research Questions</a:t>
            </a:r>
          </a:p>
          <a:p>
            <a:r>
              <a:rPr lang="en-US" dirty="0"/>
              <a:t>Background</a:t>
            </a:r>
          </a:p>
          <a:p>
            <a:r>
              <a:rPr lang="en-US" dirty="0"/>
              <a:t>Implementation: ProvTracer</a:t>
            </a:r>
          </a:p>
          <a:p>
            <a:r>
              <a:rPr lang="en-US" dirty="0"/>
              <a:t>Evaluation: Case Studies</a:t>
            </a:r>
          </a:p>
          <a:p>
            <a:r>
              <a:rPr lang="en-US" dirty="0"/>
              <a:t>Research Questions Answered</a:t>
            </a:r>
          </a:p>
          <a:p>
            <a:r>
              <a:rPr lang="en-US" dirty="0"/>
              <a:t>Addressing NFRs</a:t>
            </a:r>
          </a:p>
          <a:p>
            <a:r>
              <a:rPr lang="en-US" dirty="0"/>
              <a:t>Related Work</a:t>
            </a:r>
          </a:p>
          <a:p>
            <a:r>
              <a:rPr lang="en-US" dirty="0"/>
              <a:t>Limitations and Concerns</a:t>
            </a:r>
          </a:p>
          <a:p>
            <a:r>
              <a:rPr lang="en-US" dirty="0"/>
              <a:t>Future work</a:t>
            </a:r>
          </a:p>
          <a:p>
            <a:r>
              <a:rPr lang="en-US" dirty="0"/>
              <a:t>Conclusion</a:t>
            </a:r>
          </a:p>
          <a:p>
            <a:pPr marL="0" indent="0">
              <a:buNone/>
            </a:pPr>
            <a:endParaRPr lang="en-US" dirty="0"/>
          </a:p>
        </p:txBody>
      </p:sp>
      <p:sp>
        <p:nvSpPr>
          <p:cNvPr id="4" name="Date Placeholder 3">
            <a:extLst>
              <a:ext uri="{FF2B5EF4-FFF2-40B4-BE49-F238E27FC236}">
                <a16:creationId xmlns:a16="http://schemas.microsoft.com/office/drawing/2014/main" id="{7FC564E9-8A63-A9E4-8479-DB98521604F4}"/>
              </a:ext>
            </a:extLst>
          </p:cNvPr>
          <p:cNvSpPr>
            <a:spLocks noGrp="1"/>
          </p:cNvSpPr>
          <p:nvPr>
            <p:ph type="dt" sz="half" idx="10"/>
          </p:nvPr>
        </p:nvSpPr>
        <p:spPr/>
        <p:txBody>
          <a:bodyPr/>
          <a:lstStyle/>
          <a:p>
            <a:r>
              <a:rPr lang="en-US" dirty="0"/>
              <a:t>April 21st, 2025</a:t>
            </a:r>
          </a:p>
        </p:txBody>
      </p:sp>
      <p:sp>
        <p:nvSpPr>
          <p:cNvPr id="5" name="Footer Placeholder 4">
            <a:extLst>
              <a:ext uri="{FF2B5EF4-FFF2-40B4-BE49-F238E27FC236}">
                <a16:creationId xmlns:a16="http://schemas.microsoft.com/office/drawing/2014/main" id="{A05811A7-D76F-232F-FE78-A6E0680B1B98}"/>
              </a:ext>
            </a:extLst>
          </p:cNvPr>
          <p:cNvSpPr>
            <a:spLocks noGrp="1"/>
          </p:cNvSpPr>
          <p:nvPr>
            <p:ph type="ftr" sz="quarter" idx="11"/>
          </p:nvPr>
        </p:nvSpPr>
        <p:spPr/>
        <p:txBody>
          <a:bodyPr/>
          <a:lstStyle/>
          <a:p>
            <a:r>
              <a:rPr lang="de-DE" dirty="0"/>
              <a:t>Tyler T. Procko - ERAU Daytona</a:t>
            </a:r>
            <a:endParaRPr lang="en-US" dirty="0"/>
          </a:p>
        </p:txBody>
      </p:sp>
      <p:sp>
        <p:nvSpPr>
          <p:cNvPr id="6" name="Slide Number Placeholder 5">
            <a:extLst>
              <a:ext uri="{FF2B5EF4-FFF2-40B4-BE49-F238E27FC236}">
                <a16:creationId xmlns:a16="http://schemas.microsoft.com/office/drawing/2014/main" id="{FE3D9093-DD1E-A355-AC0B-B7F147EBD46E}"/>
              </a:ext>
            </a:extLst>
          </p:cNvPr>
          <p:cNvSpPr>
            <a:spLocks noGrp="1"/>
          </p:cNvSpPr>
          <p:nvPr>
            <p:ph type="sldNum" sz="quarter" idx="12"/>
          </p:nvPr>
        </p:nvSpPr>
        <p:spPr/>
        <p:txBody>
          <a:bodyPr/>
          <a:lstStyle/>
          <a:p>
            <a:fld id="{C473A0A6-EC25-4F79-943E-C6FB53EAB36C}" type="slidenum">
              <a:rPr lang="en-US" smtClean="0"/>
              <a:t>2</a:t>
            </a:fld>
            <a:endParaRPr lang="en-US"/>
          </a:p>
        </p:txBody>
      </p:sp>
    </p:spTree>
    <p:extLst>
      <p:ext uri="{BB962C8B-B14F-4D97-AF65-F5344CB8AC3E}">
        <p14:creationId xmlns:p14="http://schemas.microsoft.com/office/powerpoint/2010/main" val="2290451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CE183-AB17-F022-1525-5E0113344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66F72-11DD-E668-A7A6-AF327DAF3F6B}"/>
              </a:ext>
            </a:extLst>
          </p:cNvPr>
          <p:cNvSpPr>
            <a:spLocks noGrp="1"/>
          </p:cNvSpPr>
          <p:nvPr>
            <p:ph type="title"/>
          </p:nvPr>
        </p:nvSpPr>
        <p:spPr/>
        <p:txBody>
          <a:bodyPr/>
          <a:lstStyle/>
          <a:p>
            <a:r>
              <a:rPr lang="en-US" dirty="0"/>
              <a:t>Acronyms</a:t>
            </a:r>
          </a:p>
        </p:txBody>
      </p:sp>
      <p:sp>
        <p:nvSpPr>
          <p:cNvPr id="3" name="Content Placeholder 2">
            <a:extLst>
              <a:ext uri="{FF2B5EF4-FFF2-40B4-BE49-F238E27FC236}">
                <a16:creationId xmlns:a16="http://schemas.microsoft.com/office/drawing/2014/main" id="{59C1FF92-C5EA-0AF1-4EB0-5D0FC4C00EDF}"/>
              </a:ext>
            </a:extLst>
          </p:cNvPr>
          <p:cNvSpPr>
            <a:spLocks noGrp="1"/>
          </p:cNvSpPr>
          <p:nvPr>
            <p:ph idx="1"/>
          </p:nvPr>
        </p:nvSpPr>
        <p:spPr/>
        <p:txBody>
          <a:bodyPr>
            <a:normAutofit/>
          </a:bodyPr>
          <a:lstStyle/>
          <a:p>
            <a:r>
              <a:rPr lang="en-US" dirty="0"/>
              <a:t>GPT:	Generative Pre-trained Transformer</a:t>
            </a:r>
          </a:p>
          <a:p>
            <a:r>
              <a:rPr lang="en-US" dirty="0"/>
              <a:t>KG:		Knowledge Graph</a:t>
            </a:r>
          </a:p>
          <a:p>
            <a:r>
              <a:rPr lang="en-US" dirty="0"/>
              <a:t>MLLM:	Multimodal Large Language Model</a:t>
            </a:r>
          </a:p>
        </p:txBody>
      </p:sp>
      <p:sp>
        <p:nvSpPr>
          <p:cNvPr id="4" name="Date Placeholder 3">
            <a:extLst>
              <a:ext uri="{FF2B5EF4-FFF2-40B4-BE49-F238E27FC236}">
                <a16:creationId xmlns:a16="http://schemas.microsoft.com/office/drawing/2014/main" id="{CFB35762-ACCA-F178-0317-BEB322002B33}"/>
              </a:ext>
            </a:extLst>
          </p:cNvPr>
          <p:cNvSpPr>
            <a:spLocks noGrp="1"/>
          </p:cNvSpPr>
          <p:nvPr>
            <p:ph type="dt" sz="half" idx="10"/>
          </p:nvPr>
        </p:nvSpPr>
        <p:spPr/>
        <p:txBody>
          <a:bodyPr/>
          <a:lstStyle/>
          <a:p>
            <a:r>
              <a:rPr lang="en-US" dirty="0"/>
              <a:t>April 21st, 2025</a:t>
            </a:r>
          </a:p>
        </p:txBody>
      </p:sp>
      <p:sp>
        <p:nvSpPr>
          <p:cNvPr id="5" name="Footer Placeholder 4">
            <a:extLst>
              <a:ext uri="{FF2B5EF4-FFF2-40B4-BE49-F238E27FC236}">
                <a16:creationId xmlns:a16="http://schemas.microsoft.com/office/drawing/2014/main" id="{B492BC8C-7C05-AB43-E7C4-8A994B89E693}"/>
              </a:ext>
            </a:extLst>
          </p:cNvPr>
          <p:cNvSpPr>
            <a:spLocks noGrp="1"/>
          </p:cNvSpPr>
          <p:nvPr>
            <p:ph type="ftr" sz="quarter" idx="11"/>
          </p:nvPr>
        </p:nvSpPr>
        <p:spPr/>
        <p:txBody>
          <a:bodyPr/>
          <a:lstStyle/>
          <a:p>
            <a:r>
              <a:rPr lang="de-DE" dirty="0"/>
              <a:t>Tyler T. Procko - ERAU Daytona</a:t>
            </a:r>
            <a:endParaRPr lang="en-US" dirty="0"/>
          </a:p>
        </p:txBody>
      </p:sp>
      <p:sp>
        <p:nvSpPr>
          <p:cNvPr id="6" name="Slide Number Placeholder 5">
            <a:extLst>
              <a:ext uri="{FF2B5EF4-FFF2-40B4-BE49-F238E27FC236}">
                <a16:creationId xmlns:a16="http://schemas.microsoft.com/office/drawing/2014/main" id="{B792D43A-6582-C861-26BC-5DD7EB4F24E4}"/>
              </a:ext>
            </a:extLst>
          </p:cNvPr>
          <p:cNvSpPr>
            <a:spLocks noGrp="1"/>
          </p:cNvSpPr>
          <p:nvPr>
            <p:ph type="sldNum" sz="quarter" idx="12"/>
          </p:nvPr>
        </p:nvSpPr>
        <p:spPr/>
        <p:txBody>
          <a:bodyPr/>
          <a:lstStyle/>
          <a:p>
            <a:fld id="{C473A0A6-EC25-4F79-943E-C6FB53EAB36C}" type="slidenum">
              <a:rPr lang="en-US" smtClean="0"/>
              <a:t>3</a:t>
            </a:fld>
            <a:endParaRPr lang="en-US"/>
          </a:p>
        </p:txBody>
      </p:sp>
    </p:spTree>
    <p:extLst>
      <p:ext uri="{BB962C8B-B14F-4D97-AF65-F5344CB8AC3E}">
        <p14:creationId xmlns:p14="http://schemas.microsoft.com/office/powerpoint/2010/main" val="2113170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A3CE1-BDB6-F8B8-EA60-5194EA681238}"/>
              </a:ext>
            </a:extLst>
          </p:cNvPr>
          <p:cNvSpPr>
            <a:spLocks noGrp="1"/>
          </p:cNvSpPr>
          <p:nvPr>
            <p:ph type="title"/>
          </p:nvPr>
        </p:nvSpPr>
        <p:spPr/>
        <p:txBody>
          <a:bodyPr/>
          <a:lstStyle/>
          <a:p>
            <a:r>
              <a:rPr lang="en-US" dirty="0"/>
              <a:t>Introduction: Artifact and Process</a:t>
            </a:r>
          </a:p>
        </p:txBody>
      </p:sp>
      <p:sp>
        <p:nvSpPr>
          <p:cNvPr id="3" name="Content Placeholder 2">
            <a:extLst>
              <a:ext uri="{FF2B5EF4-FFF2-40B4-BE49-F238E27FC236}">
                <a16:creationId xmlns:a16="http://schemas.microsoft.com/office/drawing/2014/main" id="{DF23515D-0A82-A0E6-F408-221C62DC1798}"/>
              </a:ext>
            </a:extLst>
          </p:cNvPr>
          <p:cNvSpPr>
            <a:spLocks noGrp="1"/>
          </p:cNvSpPr>
          <p:nvPr>
            <p:ph idx="1"/>
          </p:nvPr>
        </p:nvSpPr>
        <p:spPr>
          <a:xfrm>
            <a:off x="838201" y="1825625"/>
            <a:ext cx="5854430" cy="4351338"/>
          </a:xfrm>
        </p:spPr>
        <p:txBody>
          <a:bodyPr>
            <a:normAutofit lnSpcReduction="10000"/>
          </a:bodyPr>
          <a:lstStyle/>
          <a:p>
            <a:pPr algn="just"/>
            <a:r>
              <a:rPr lang="en-US" dirty="0"/>
              <a:t>Software artifacts are delivered daily…</a:t>
            </a:r>
          </a:p>
          <a:p>
            <a:pPr lvl="1" algn="just"/>
            <a:r>
              <a:rPr lang="en-US" dirty="0"/>
              <a:t>But there is no record of their creation</a:t>
            </a:r>
          </a:p>
          <a:p>
            <a:pPr lvl="2" algn="just"/>
            <a:r>
              <a:rPr lang="en-US" dirty="0"/>
              <a:t>Developer motivations, influences, etc. </a:t>
            </a:r>
          </a:p>
          <a:p>
            <a:pPr algn="just"/>
            <a:r>
              <a:rPr lang="en-US" dirty="0"/>
              <a:t>In philosophical terms:</a:t>
            </a:r>
          </a:p>
          <a:p>
            <a:pPr lvl="1" algn="just"/>
            <a:r>
              <a:rPr lang="en-US" b="1" dirty="0"/>
              <a:t>Continuant</a:t>
            </a:r>
            <a:r>
              <a:rPr lang="en-US" dirty="0"/>
              <a:t>: artifacts created</a:t>
            </a:r>
          </a:p>
          <a:p>
            <a:pPr lvl="1" algn="just"/>
            <a:r>
              <a:rPr lang="en-US" b="1" dirty="0"/>
              <a:t>Occurrent</a:t>
            </a:r>
            <a:r>
              <a:rPr lang="en-US" dirty="0"/>
              <a:t>: processes of artifact creation</a:t>
            </a:r>
          </a:p>
          <a:p>
            <a:pPr algn="just"/>
            <a:r>
              <a:rPr lang="en-US" dirty="0"/>
              <a:t>Artifacts are visible</a:t>
            </a:r>
          </a:p>
          <a:p>
            <a:pPr algn="just"/>
            <a:r>
              <a:rPr lang="en-US" dirty="0"/>
              <a:t>Processes are invisible</a:t>
            </a:r>
          </a:p>
          <a:p>
            <a:pPr algn="just"/>
            <a:r>
              <a:rPr lang="en-US" dirty="0"/>
              <a:t>We are blind to how code is born</a:t>
            </a:r>
          </a:p>
          <a:p>
            <a:pPr lvl="1" algn="just"/>
            <a:endParaRPr lang="en-US" dirty="0"/>
          </a:p>
        </p:txBody>
      </p:sp>
      <p:pic>
        <p:nvPicPr>
          <p:cNvPr id="4" name="Picture 3" descr="A picture containing text&#10;&#10;Description automatically generated">
            <a:extLst>
              <a:ext uri="{FF2B5EF4-FFF2-40B4-BE49-F238E27FC236}">
                <a16:creationId xmlns:a16="http://schemas.microsoft.com/office/drawing/2014/main" id="{3712F30C-E2A4-2334-F657-6F9EC86FBB5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16885" y="2566405"/>
            <a:ext cx="5114683" cy="2869777"/>
          </a:xfrm>
          <a:prstGeom prst="rect">
            <a:avLst/>
          </a:prstGeom>
          <a:noFill/>
          <a:ln>
            <a:noFill/>
          </a:ln>
        </p:spPr>
      </p:pic>
      <p:sp>
        <p:nvSpPr>
          <p:cNvPr id="5" name="Date Placeholder 4">
            <a:extLst>
              <a:ext uri="{FF2B5EF4-FFF2-40B4-BE49-F238E27FC236}">
                <a16:creationId xmlns:a16="http://schemas.microsoft.com/office/drawing/2014/main" id="{C4D06A74-3819-0634-C156-B6BAE4BEC426}"/>
              </a:ext>
            </a:extLst>
          </p:cNvPr>
          <p:cNvSpPr>
            <a:spLocks noGrp="1"/>
          </p:cNvSpPr>
          <p:nvPr>
            <p:ph type="dt" sz="half" idx="10"/>
          </p:nvPr>
        </p:nvSpPr>
        <p:spPr/>
        <p:txBody>
          <a:bodyPr/>
          <a:lstStyle/>
          <a:p>
            <a:r>
              <a:rPr lang="en-US"/>
              <a:t>April 21st, 2025</a:t>
            </a:r>
          </a:p>
        </p:txBody>
      </p:sp>
      <p:sp>
        <p:nvSpPr>
          <p:cNvPr id="6" name="Footer Placeholder 5">
            <a:extLst>
              <a:ext uri="{FF2B5EF4-FFF2-40B4-BE49-F238E27FC236}">
                <a16:creationId xmlns:a16="http://schemas.microsoft.com/office/drawing/2014/main" id="{F7E9CBAF-6590-515B-1E51-7E44A80C28C1}"/>
              </a:ext>
            </a:extLst>
          </p:cNvPr>
          <p:cNvSpPr>
            <a:spLocks noGrp="1"/>
          </p:cNvSpPr>
          <p:nvPr>
            <p:ph type="ftr" sz="quarter" idx="11"/>
          </p:nvPr>
        </p:nvSpPr>
        <p:spPr/>
        <p:txBody>
          <a:bodyPr/>
          <a:lstStyle/>
          <a:p>
            <a:r>
              <a:rPr lang="de-DE" dirty="0"/>
              <a:t>Tyler T. Procko - ERAU Daytona</a:t>
            </a:r>
            <a:endParaRPr lang="en-US" dirty="0"/>
          </a:p>
        </p:txBody>
      </p:sp>
      <p:sp>
        <p:nvSpPr>
          <p:cNvPr id="7" name="Slide Number Placeholder 6">
            <a:extLst>
              <a:ext uri="{FF2B5EF4-FFF2-40B4-BE49-F238E27FC236}">
                <a16:creationId xmlns:a16="http://schemas.microsoft.com/office/drawing/2014/main" id="{1CAD6284-AABC-5D30-508D-C7A6DD9E0800}"/>
              </a:ext>
            </a:extLst>
          </p:cNvPr>
          <p:cNvSpPr>
            <a:spLocks noGrp="1"/>
          </p:cNvSpPr>
          <p:nvPr>
            <p:ph type="sldNum" sz="quarter" idx="12"/>
          </p:nvPr>
        </p:nvSpPr>
        <p:spPr/>
        <p:txBody>
          <a:bodyPr/>
          <a:lstStyle/>
          <a:p>
            <a:fld id="{C473A0A6-EC25-4F79-943E-C6FB53EAB36C}" type="slidenum">
              <a:rPr lang="en-US" smtClean="0"/>
              <a:t>4</a:t>
            </a:fld>
            <a:endParaRPr lang="en-US"/>
          </a:p>
        </p:txBody>
      </p:sp>
    </p:spTree>
    <p:extLst>
      <p:ext uri="{BB962C8B-B14F-4D97-AF65-F5344CB8AC3E}">
        <p14:creationId xmlns:p14="http://schemas.microsoft.com/office/powerpoint/2010/main" val="1240605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50548-D905-0CA4-D041-ED3128A0A8E6}"/>
              </a:ext>
            </a:extLst>
          </p:cNvPr>
          <p:cNvSpPr>
            <a:spLocks noGrp="1"/>
          </p:cNvSpPr>
          <p:nvPr>
            <p:ph type="title"/>
          </p:nvPr>
        </p:nvSpPr>
        <p:spPr/>
        <p:txBody>
          <a:bodyPr/>
          <a:lstStyle/>
          <a:p>
            <a:r>
              <a:rPr lang="en-US" dirty="0"/>
              <a:t>Introduction: An Example</a:t>
            </a:r>
          </a:p>
        </p:txBody>
      </p:sp>
      <p:sp>
        <p:nvSpPr>
          <p:cNvPr id="3" name="Content Placeholder 2">
            <a:extLst>
              <a:ext uri="{FF2B5EF4-FFF2-40B4-BE49-F238E27FC236}">
                <a16:creationId xmlns:a16="http://schemas.microsoft.com/office/drawing/2014/main" id="{57D54E43-1B3C-56B5-2FA4-9A436E4D6F63}"/>
              </a:ext>
            </a:extLst>
          </p:cNvPr>
          <p:cNvSpPr>
            <a:spLocks noGrp="1"/>
          </p:cNvSpPr>
          <p:nvPr>
            <p:ph idx="1"/>
          </p:nvPr>
        </p:nvSpPr>
        <p:spPr>
          <a:xfrm>
            <a:off x="838201" y="1901825"/>
            <a:ext cx="5477539" cy="4351338"/>
          </a:xfrm>
        </p:spPr>
        <p:txBody>
          <a:bodyPr>
            <a:normAutofit fontScale="92500"/>
          </a:bodyPr>
          <a:lstStyle/>
          <a:p>
            <a:pPr algn="just"/>
            <a:r>
              <a:rPr lang="en-US" dirty="0"/>
              <a:t>A developer spends 6 hours on code and pushes it to GitHub with a commit message </a:t>
            </a:r>
            <a:r>
              <a:rPr lang="en-US" i="1" dirty="0"/>
              <a:t>“lots of changes”</a:t>
            </a:r>
          </a:p>
          <a:p>
            <a:pPr lvl="1" algn="just"/>
            <a:r>
              <a:rPr lang="en-US" dirty="0"/>
              <a:t>Where is the provenance? The explanation? The reasoning?</a:t>
            </a:r>
          </a:p>
          <a:p>
            <a:pPr lvl="2" algn="just"/>
            <a:r>
              <a:rPr lang="en-US" dirty="0"/>
              <a:t>Gone, because of a poor commit message</a:t>
            </a:r>
          </a:p>
          <a:p>
            <a:pPr lvl="2" algn="just"/>
            <a:r>
              <a:rPr lang="en-US" dirty="0"/>
              <a:t>Otherwise it is in code comments (BAD)</a:t>
            </a:r>
          </a:p>
          <a:p>
            <a:pPr algn="just"/>
            <a:r>
              <a:rPr lang="en-US" dirty="0"/>
              <a:t>So…</a:t>
            </a:r>
          </a:p>
          <a:p>
            <a:pPr lvl="1" algn="just"/>
            <a:r>
              <a:rPr lang="en-US" dirty="0"/>
              <a:t>Can we record provenance in real-time as the developer works so they don’t have to?</a:t>
            </a:r>
          </a:p>
        </p:txBody>
      </p:sp>
      <p:pic>
        <p:nvPicPr>
          <p:cNvPr id="4" name="Picture 3">
            <a:extLst>
              <a:ext uri="{FF2B5EF4-FFF2-40B4-BE49-F238E27FC236}">
                <a16:creationId xmlns:a16="http://schemas.microsoft.com/office/drawing/2014/main" id="{B49186E5-F10E-83DF-68E8-432B5A1ED932}"/>
              </a:ext>
            </a:extLst>
          </p:cNvPr>
          <p:cNvPicPr>
            <a:picLocks noChangeAspect="1"/>
          </p:cNvPicPr>
          <p:nvPr/>
        </p:nvPicPr>
        <p:blipFill>
          <a:blip r:embed="rId3"/>
          <a:stretch>
            <a:fillRect/>
          </a:stretch>
        </p:blipFill>
        <p:spPr>
          <a:xfrm>
            <a:off x="6902444" y="2588437"/>
            <a:ext cx="4949314" cy="2825713"/>
          </a:xfrm>
          <a:prstGeom prst="rect">
            <a:avLst/>
          </a:prstGeom>
        </p:spPr>
      </p:pic>
      <p:sp>
        <p:nvSpPr>
          <p:cNvPr id="5" name="Date Placeholder 4">
            <a:extLst>
              <a:ext uri="{FF2B5EF4-FFF2-40B4-BE49-F238E27FC236}">
                <a16:creationId xmlns:a16="http://schemas.microsoft.com/office/drawing/2014/main" id="{0C8F7240-A7CE-D13D-952B-D035201B7E0C}"/>
              </a:ext>
            </a:extLst>
          </p:cNvPr>
          <p:cNvSpPr>
            <a:spLocks noGrp="1"/>
          </p:cNvSpPr>
          <p:nvPr>
            <p:ph type="dt" sz="half" idx="10"/>
          </p:nvPr>
        </p:nvSpPr>
        <p:spPr/>
        <p:txBody>
          <a:bodyPr/>
          <a:lstStyle/>
          <a:p>
            <a:r>
              <a:rPr lang="en-US" dirty="0"/>
              <a:t>April 21st, 2025</a:t>
            </a:r>
          </a:p>
        </p:txBody>
      </p:sp>
      <p:sp>
        <p:nvSpPr>
          <p:cNvPr id="6" name="Footer Placeholder 5">
            <a:extLst>
              <a:ext uri="{FF2B5EF4-FFF2-40B4-BE49-F238E27FC236}">
                <a16:creationId xmlns:a16="http://schemas.microsoft.com/office/drawing/2014/main" id="{315DDCB1-38A2-8137-BABE-E6A6BFAC90DF}"/>
              </a:ext>
            </a:extLst>
          </p:cNvPr>
          <p:cNvSpPr>
            <a:spLocks noGrp="1"/>
          </p:cNvSpPr>
          <p:nvPr>
            <p:ph type="ftr" sz="quarter" idx="11"/>
          </p:nvPr>
        </p:nvSpPr>
        <p:spPr/>
        <p:txBody>
          <a:bodyPr/>
          <a:lstStyle/>
          <a:p>
            <a:r>
              <a:rPr lang="de-DE" dirty="0"/>
              <a:t>Tyler T. Procko - ERAU Daytona</a:t>
            </a:r>
            <a:endParaRPr lang="en-US" dirty="0"/>
          </a:p>
        </p:txBody>
      </p:sp>
      <p:sp>
        <p:nvSpPr>
          <p:cNvPr id="7" name="Slide Number Placeholder 6">
            <a:extLst>
              <a:ext uri="{FF2B5EF4-FFF2-40B4-BE49-F238E27FC236}">
                <a16:creationId xmlns:a16="http://schemas.microsoft.com/office/drawing/2014/main" id="{EB3D781A-D3D6-FEEA-EDDC-F048CFABBBAB}"/>
              </a:ext>
            </a:extLst>
          </p:cNvPr>
          <p:cNvSpPr>
            <a:spLocks noGrp="1"/>
          </p:cNvSpPr>
          <p:nvPr>
            <p:ph type="sldNum" sz="quarter" idx="12"/>
          </p:nvPr>
        </p:nvSpPr>
        <p:spPr/>
        <p:txBody>
          <a:bodyPr/>
          <a:lstStyle/>
          <a:p>
            <a:fld id="{186DB57C-3EBF-4CC1-9BE5-3772DE80ED84}" type="slidenum">
              <a:rPr lang="en-US" smtClean="0"/>
              <a:t>5</a:t>
            </a:fld>
            <a:endParaRPr lang="en-US"/>
          </a:p>
        </p:txBody>
      </p:sp>
    </p:spTree>
    <p:extLst>
      <p:ext uri="{BB962C8B-B14F-4D97-AF65-F5344CB8AC3E}">
        <p14:creationId xmlns:p14="http://schemas.microsoft.com/office/powerpoint/2010/main" val="112351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A531E-0309-0B1B-E379-9340FE36E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F36CF8-2E4A-E786-3D1B-BA2552903506}"/>
              </a:ext>
            </a:extLst>
          </p:cNvPr>
          <p:cNvSpPr>
            <a:spLocks noGrp="1"/>
          </p:cNvSpPr>
          <p:nvPr>
            <p:ph type="title"/>
          </p:nvPr>
        </p:nvSpPr>
        <p:spPr/>
        <p:txBody>
          <a:bodyPr/>
          <a:lstStyle/>
          <a:p>
            <a:r>
              <a:rPr lang="en-US" dirty="0"/>
              <a:t>Introduction: Provenance</a:t>
            </a:r>
          </a:p>
        </p:txBody>
      </p:sp>
      <p:sp>
        <p:nvSpPr>
          <p:cNvPr id="4" name="Date Placeholder 3">
            <a:extLst>
              <a:ext uri="{FF2B5EF4-FFF2-40B4-BE49-F238E27FC236}">
                <a16:creationId xmlns:a16="http://schemas.microsoft.com/office/drawing/2014/main" id="{30C3FC38-476E-7137-9EB7-2C1110F7CCDE}"/>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4CDD14C6-83D5-D108-40F6-B386720E776B}"/>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EB565231-2123-67DB-A5CA-060D3AB901B5}"/>
              </a:ext>
            </a:extLst>
          </p:cNvPr>
          <p:cNvSpPr>
            <a:spLocks noGrp="1"/>
          </p:cNvSpPr>
          <p:nvPr>
            <p:ph type="sldNum" sz="quarter" idx="12"/>
          </p:nvPr>
        </p:nvSpPr>
        <p:spPr/>
        <p:txBody>
          <a:bodyPr/>
          <a:lstStyle/>
          <a:p>
            <a:fld id="{C473A0A6-EC25-4F79-943E-C6FB53EAB36C}" type="slidenum">
              <a:rPr lang="en-US" smtClean="0"/>
              <a:t>6</a:t>
            </a:fld>
            <a:endParaRPr lang="en-US"/>
          </a:p>
        </p:txBody>
      </p:sp>
      <p:sp>
        <p:nvSpPr>
          <p:cNvPr id="7" name="Content Placeholder 2">
            <a:extLst>
              <a:ext uri="{FF2B5EF4-FFF2-40B4-BE49-F238E27FC236}">
                <a16:creationId xmlns:a16="http://schemas.microsoft.com/office/drawing/2014/main" id="{AE8C5265-4663-87D9-1F5C-464FA56A980E}"/>
              </a:ext>
            </a:extLst>
          </p:cNvPr>
          <p:cNvSpPr>
            <a:spLocks noGrp="1"/>
          </p:cNvSpPr>
          <p:nvPr>
            <p:ph idx="1"/>
          </p:nvPr>
        </p:nvSpPr>
        <p:spPr>
          <a:xfrm>
            <a:off x="838199" y="1825625"/>
            <a:ext cx="6773029" cy="4351338"/>
          </a:xfrm>
        </p:spPr>
        <p:txBody>
          <a:bodyPr>
            <a:normAutofit fontScale="92500" lnSpcReduction="10000"/>
          </a:bodyPr>
          <a:lstStyle/>
          <a:p>
            <a:pPr algn="just"/>
            <a:r>
              <a:rPr lang="en-US" dirty="0"/>
              <a:t>The World Wide Web Consortium (W3C) defines provenance as the:</a:t>
            </a:r>
          </a:p>
          <a:p>
            <a:pPr algn="just"/>
            <a:endParaRPr lang="en-US" i="1" dirty="0"/>
          </a:p>
          <a:p>
            <a:pPr algn="just"/>
            <a:r>
              <a:rPr lang="en-US" i="1" dirty="0"/>
              <a:t>“… information about entities, activities, and people involved in producing a piece of data or thing, which can be used to form assessments about its quality, reliability or trustworthiness”</a:t>
            </a:r>
          </a:p>
          <a:p>
            <a:pPr algn="just"/>
            <a:endParaRPr lang="en-US" i="1" dirty="0"/>
          </a:p>
          <a:p>
            <a:pPr marL="0" indent="0" algn="just">
              <a:buNone/>
            </a:pPr>
            <a:r>
              <a:rPr lang="en-US" sz="1500" i="1" dirty="0"/>
              <a:t>L. Moreau, P. </a:t>
            </a:r>
            <a:r>
              <a:rPr lang="en-US" sz="1500" i="1" dirty="0" err="1"/>
              <a:t>Missier</a:t>
            </a:r>
            <a:r>
              <a:rPr lang="en-US" sz="1500" i="1" dirty="0"/>
              <a:t>, K. </a:t>
            </a:r>
            <a:r>
              <a:rPr lang="en-US" sz="1500" i="1" dirty="0" err="1"/>
              <a:t>Belhajjame</a:t>
            </a:r>
            <a:r>
              <a:rPr lang="en-US" sz="1500" i="1" dirty="0"/>
              <a:t>, R. </a:t>
            </a:r>
            <a:r>
              <a:rPr lang="en-US" sz="1500" i="1" dirty="0" err="1"/>
              <a:t>B'Far</a:t>
            </a:r>
            <a:r>
              <a:rPr lang="en-US" sz="1500" i="1" dirty="0"/>
              <a:t>, J. Cheney, S. Coppens, S. Cresswell, Y. Gil, P. </a:t>
            </a:r>
            <a:r>
              <a:rPr lang="en-US" sz="1500" i="1" dirty="0" err="1"/>
              <a:t>Groth</a:t>
            </a:r>
            <a:r>
              <a:rPr lang="en-US" sz="1500" i="1" dirty="0"/>
              <a:t>, G. Klyne, T. </a:t>
            </a:r>
            <a:r>
              <a:rPr lang="en-US" sz="1500" i="1" dirty="0" err="1"/>
              <a:t>Lebo</a:t>
            </a:r>
            <a:r>
              <a:rPr lang="en-US" sz="1500" i="1" dirty="0"/>
              <a:t>, J. McCusker, S. Miles, J. Myers, S. Sahoo and C. </a:t>
            </a:r>
            <a:r>
              <a:rPr lang="en-US" sz="1500" i="1" dirty="0" err="1"/>
              <a:t>Tilmes</a:t>
            </a:r>
            <a:r>
              <a:rPr lang="en-US" sz="1500" i="1" dirty="0"/>
              <a:t>, "PROV-DM: The PROV Data Model," W3C, 2013. [Online]. Available: https://www.w3.org/TR/2013/REC-prov-dm-20130430/.</a:t>
            </a:r>
          </a:p>
        </p:txBody>
      </p:sp>
      <p:pic>
        <p:nvPicPr>
          <p:cNvPr id="11" name="Picture 10">
            <a:extLst>
              <a:ext uri="{FF2B5EF4-FFF2-40B4-BE49-F238E27FC236}">
                <a16:creationId xmlns:a16="http://schemas.microsoft.com/office/drawing/2014/main" id="{296E4BD7-01AB-C942-6B4D-BD6D2F426440}"/>
              </a:ext>
            </a:extLst>
          </p:cNvPr>
          <p:cNvPicPr>
            <a:picLocks noChangeAspect="1"/>
          </p:cNvPicPr>
          <p:nvPr/>
        </p:nvPicPr>
        <p:blipFill>
          <a:blip r:embed="rId2"/>
          <a:srcRect l="5803" t="76" r="8736" b="1"/>
          <a:stretch/>
        </p:blipFill>
        <p:spPr>
          <a:xfrm>
            <a:off x="8060978" y="969443"/>
            <a:ext cx="3842444" cy="4919113"/>
          </a:xfrm>
          <a:prstGeom prst="rect">
            <a:avLst/>
          </a:prstGeom>
        </p:spPr>
      </p:pic>
    </p:spTree>
    <p:extLst>
      <p:ext uri="{BB962C8B-B14F-4D97-AF65-F5344CB8AC3E}">
        <p14:creationId xmlns:p14="http://schemas.microsoft.com/office/powerpoint/2010/main" val="340057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C601A-A07B-C2D1-DF6E-48BA23A51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78F10-8E1B-943A-8973-9D5394B988C2}"/>
              </a:ext>
            </a:extLst>
          </p:cNvPr>
          <p:cNvSpPr>
            <a:spLocks noGrp="1"/>
          </p:cNvSpPr>
          <p:nvPr>
            <p:ph type="title"/>
          </p:nvPr>
        </p:nvSpPr>
        <p:spPr/>
        <p:txBody>
          <a:bodyPr/>
          <a:lstStyle/>
          <a:p>
            <a:r>
              <a:rPr lang="en-US" dirty="0"/>
              <a:t>Introduction: Get It?</a:t>
            </a:r>
          </a:p>
        </p:txBody>
      </p:sp>
      <p:sp>
        <p:nvSpPr>
          <p:cNvPr id="4" name="Date Placeholder 3">
            <a:extLst>
              <a:ext uri="{FF2B5EF4-FFF2-40B4-BE49-F238E27FC236}">
                <a16:creationId xmlns:a16="http://schemas.microsoft.com/office/drawing/2014/main" id="{997FADD6-EE42-D892-1A2B-011514BC5712}"/>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96A03186-B100-38DF-690B-4740C4675DE8}"/>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9E7F5FD5-651A-CBB3-BE1B-66738B479EF2}"/>
              </a:ext>
            </a:extLst>
          </p:cNvPr>
          <p:cNvSpPr>
            <a:spLocks noGrp="1"/>
          </p:cNvSpPr>
          <p:nvPr>
            <p:ph type="sldNum" sz="quarter" idx="12"/>
          </p:nvPr>
        </p:nvSpPr>
        <p:spPr/>
        <p:txBody>
          <a:bodyPr/>
          <a:lstStyle/>
          <a:p>
            <a:fld id="{C473A0A6-EC25-4F79-943E-C6FB53EAB36C}" type="slidenum">
              <a:rPr lang="en-US" smtClean="0"/>
              <a:t>7</a:t>
            </a:fld>
            <a:endParaRPr lang="en-US"/>
          </a:p>
        </p:txBody>
      </p:sp>
      <p:pic>
        <p:nvPicPr>
          <p:cNvPr id="8" name="Picture 7">
            <a:extLst>
              <a:ext uri="{FF2B5EF4-FFF2-40B4-BE49-F238E27FC236}">
                <a16:creationId xmlns:a16="http://schemas.microsoft.com/office/drawing/2014/main" id="{FF41F5CF-F612-EE09-6233-1BAA7B6592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933" y="2167848"/>
            <a:ext cx="10392134" cy="3145584"/>
          </a:xfrm>
          <a:prstGeom prst="rect">
            <a:avLst/>
          </a:prstGeom>
        </p:spPr>
      </p:pic>
    </p:spTree>
    <p:extLst>
      <p:ext uri="{BB962C8B-B14F-4D97-AF65-F5344CB8AC3E}">
        <p14:creationId xmlns:p14="http://schemas.microsoft.com/office/powerpoint/2010/main" val="4227003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11AE7-00EB-A662-04CA-2D69A68833C8}"/>
              </a:ext>
            </a:extLst>
          </p:cNvPr>
          <p:cNvSpPr>
            <a:spLocks noGrp="1"/>
          </p:cNvSpPr>
          <p:nvPr>
            <p:ph type="title"/>
          </p:nvPr>
        </p:nvSpPr>
        <p:spPr/>
        <p:txBody>
          <a:bodyPr/>
          <a:lstStyle/>
          <a:p>
            <a:r>
              <a:rPr lang="en-US" dirty="0"/>
              <a:t>Introduction: Goal NFRs</a:t>
            </a:r>
          </a:p>
        </p:txBody>
      </p:sp>
      <p:sp>
        <p:nvSpPr>
          <p:cNvPr id="3" name="Content Placeholder 2">
            <a:extLst>
              <a:ext uri="{FF2B5EF4-FFF2-40B4-BE49-F238E27FC236}">
                <a16:creationId xmlns:a16="http://schemas.microsoft.com/office/drawing/2014/main" id="{3C2A82CF-5C59-CAE0-FE30-2BAC19750D39}"/>
              </a:ext>
            </a:extLst>
          </p:cNvPr>
          <p:cNvSpPr>
            <a:spLocks noGrp="1"/>
          </p:cNvSpPr>
          <p:nvPr>
            <p:ph idx="1"/>
          </p:nvPr>
        </p:nvSpPr>
        <p:spPr>
          <a:xfrm>
            <a:off x="838200" y="1825625"/>
            <a:ext cx="6469800" cy="4351338"/>
          </a:xfrm>
        </p:spPr>
        <p:txBody>
          <a:bodyPr>
            <a:normAutofit/>
          </a:bodyPr>
          <a:lstStyle/>
          <a:p>
            <a:pPr algn="just"/>
            <a:r>
              <a:rPr lang="en-US" b="1" dirty="0"/>
              <a:t>Traceability</a:t>
            </a:r>
            <a:r>
              <a:rPr lang="en-US" dirty="0"/>
              <a:t>: the ability to link software artifacts and traces to understand a product and its development process</a:t>
            </a:r>
          </a:p>
          <a:p>
            <a:pPr algn="just"/>
            <a:r>
              <a:rPr lang="en-US" b="1" dirty="0"/>
              <a:t>Explainability</a:t>
            </a:r>
            <a:r>
              <a:rPr lang="en-US" dirty="0"/>
              <a:t>: the degree to which a trace can be understood by humans to explain </a:t>
            </a:r>
            <a:r>
              <a:rPr lang="en-US" b="1" dirty="0"/>
              <a:t>why</a:t>
            </a:r>
            <a:r>
              <a:rPr lang="en-US" dirty="0"/>
              <a:t> something happened</a:t>
            </a:r>
          </a:p>
          <a:p>
            <a:pPr algn="just"/>
            <a:r>
              <a:rPr lang="en-US" b="1" dirty="0"/>
              <a:t>Information Overload</a:t>
            </a:r>
            <a:r>
              <a:rPr lang="en-US" dirty="0"/>
              <a:t>: the condition where the volume/complexity of data exceeds a user's ability to process it</a:t>
            </a:r>
          </a:p>
        </p:txBody>
      </p:sp>
      <p:sp>
        <p:nvSpPr>
          <p:cNvPr id="4" name="Date Placeholder 3">
            <a:extLst>
              <a:ext uri="{FF2B5EF4-FFF2-40B4-BE49-F238E27FC236}">
                <a16:creationId xmlns:a16="http://schemas.microsoft.com/office/drawing/2014/main" id="{67F40B8E-5A16-7395-DDA8-B9DEEFF85D5F}"/>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EEAC1A50-9AE1-7462-E070-532F965C7057}"/>
              </a:ext>
            </a:extLst>
          </p:cNvPr>
          <p:cNvSpPr>
            <a:spLocks noGrp="1"/>
          </p:cNvSpPr>
          <p:nvPr>
            <p:ph type="ftr" sz="quarter" idx="11"/>
          </p:nvPr>
        </p:nvSpPr>
        <p:spPr/>
        <p:txBody>
          <a:bodyPr/>
          <a:lstStyle/>
          <a:p>
            <a:r>
              <a:rPr lang="de-DE" dirty="0"/>
              <a:t>Tyler T. Procko - ERAU Daytona</a:t>
            </a:r>
            <a:endParaRPr lang="en-US" dirty="0"/>
          </a:p>
        </p:txBody>
      </p:sp>
      <p:sp>
        <p:nvSpPr>
          <p:cNvPr id="6" name="Slide Number Placeholder 5">
            <a:extLst>
              <a:ext uri="{FF2B5EF4-FFF2-40B4-BE49-F238E27FC236}">
                <a16:creationId xmlns:a16="http://schemas.microsoft.com/office/drawing/2014/main" id="{5E78E5B5-F8BA-B925-179F-AA67AAD55C88}"/>
              </a:ext>
            </a:extLst>
          </p:cNvPr>
          <p:cNvSpPr>
            <a:spLocks noGrp="1"/>
          </p:cNvSpPr>
          <p:nvPr>
            <p:ph type="sldNum" sz="quarter" idx="12"/>
          </p:nvPr>
        </p:nvSpPr>
        <p:spPr/>
        <p:txBody>
          <a:bodyPr/>
          <a:lstStyle/>
          <a:p>
            <a:fld id="{C473A0A6-EC25-4F79-943E-C6FB53EAB36C}" type="slidenum">
              <a:rPr lang="en-US" smtClean="0"/>
              <a:t>8</a:t>
            </a:fld>
            <a:endParaRPr lang="en-US" dirty="0"/>
          </a:p>
        </p:txBody>
      </p:sp>
      <p:pic>
        <p:nvPicPr>
          <p:cNvPr id="7" name="Picture 6" descr="A black screen with white squares&#10;&#10;Description automatically generated">
            <a:extLst>
              <a:ext uri="{FF2B5EF4-FFF2-40B4-BE49-F238E27FC236}">
                <a16:creationId xmlns:a16="http://schemas.microsoft.com/office/drawing/2014/main" id="{21FA1757-9698-C904-C3F5-67F602A7F9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46148" y="193106"/>
            <a:ext cx="4012476" cy="3686413"/>
          </a:xfrm>
          <a:prstGeom prst="rect">
            <a:avLst/>
          </a:prstGeom>
          <a:noFill/>
          <a:ln>
            <a:noFill/>
          </a:ln>
        </p:spPr>
      </p:pic>
      <p:sp>
        <p:nvSpPr>
          <p:cNvPr id="9" name="TextBox 8">
            <a:extLst>
              <a:ext uri="{FF2B5EF4-FFF2-40B4-BE49-F238E27FC236}">
                <a16:creationId xmlns:a16="http://schemas.microsoft.com/office/drawing/2014/main" id="{9E7FDA9C-6E11-75B7-69A3-F15B109529E3}"/>
              </a:ext>
            </a:extLst>
          </p:cNvPr>
          <p:cNvSpPr txBox="1"/>
          <p:nvPr/>
        </p:nvSpPr>
        <p:spPr>
          <a:xfrm>
            <a:off x="7846148" y="4051538"/>
            <a:ext cx="4012476" cy="2246769"/>
          </a:xfrm>
          <a:prstGeom prst="rect">
            <a:avLst/>
          </a:prstGeom>
          <a:noFill/>
        </p:spPr>
        <p:txBody>
          <a:bodyPr wrap="square">
            <a:spAutoFit/>
          </a:bodyPr>
          <a:lstStyle/>
          <a:p>
            <a:pPr algn="just"/>
            <a:r>
              <a:rPr lang="en-US" sz="2000" dirty="0"/>
              <a:t>These are “freebies”:</a:t>
            </a:r>
          </a:p>
          <a:p>
            <a:pPr marL="342900" indent="-342900" algn="just">
              <a:buFont typeface="Arial" panose="020B0604020202020204" pitchFamily="34" charset="0"/>
              <a:buChar char="•"/>
            </a:pPr>
            <a:r>
              <a:rPr lang="en-US" sz="2000" b="1" dirty="0"/>
              <a:t>Reproducibility</a:t>
            </a:r>
            <a:r>
              <a:rPr lang="en-US" sz="2000" dirty="0"/>
              <a:t>: How easy is it to reproduce?</a:t>
            </a:r>
          </a:p>
          <a:p>
            <a:pPr marL="342900" indent="-342900" algn="just">
              <a:buFont typeface="Arial" panose="020B0604020202020204" pitchFamily="34" charset="0"/>
              <a:buChar char="•"/>
            </a:pPr>
            <a:r>
              <a:rPr lang="en-US" sz="2000" b="1" dirty="0"/>
              <a:t>Transparency</a:t>
            </a:r>
            <a:r>
              <a:rPr lang="en-US" sz="2000" dirty="0"/>
              <a:t>: How available or open is it?</a:t>
            </a:r>
          </a:p>
          <a:p>
            <a:pPr marL="342900" indent="-342900" algn="just">
              <a:buFont typeface="Arial" panose="020B0604020202020204" pitchFamily="34" charset="0"/>
              <a:buChar char="•"/>
            </a:pPr>
            <a:r>
              <a:rPr lang="en-US" sz="2000" b="1" dirty="0"/>
              <a:t>Interoperability</a:t>
            </a:r>
            <a:r>
              <a:rPr lang="en-US" sz="2000" dirty="0"/>
              <a:t>: How easy is it to integrate?</a:t>
            </a:r>
          </a:p>
        </p:txBody>
      </p:sp>
    </p:spTree>
    <p:extLst>
      <p:ext uri="{BB962C8B-B14F-4D97-AF65-F5344CB8AC3E}">
        <p14:creationId xmlns:p14="http://schemas.microsoft.com/office/powerpoint/2010/main" val="521712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B6276-8874-84CF-168C-09872893A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C6301-D3AD-D3D7-B73E-9B4E6996E1AF}"/>
              </a:ext>
            </a:extLst>
          </p:cNvPr>
          <p:cNvSpPr>
            <a:spLocks noGrp="1"/>
          </p:cNvSpPr>
          <p:nvPr>
            <p:ph type="title"/>
          </p:nvPr>
        </p:nvSpPr>
        <p:spPr/>
        <p:txBody>
          <a:bodyPr/>
          <a:lstStyle/>
          <a:p>
            <a:r>
              <a:rPr lang="en-US" dirty="0"/>
              <a:t>Introduction: Goal Statement</a:t>
            </a:r>
          </a:p>
        </p:txBody>
      </p:sp>
      <p:sp>
        <p:nvSpPr>
          <p:cNvPr id="3" name="Content Placeholder 2">
            <a:extLst>
              <a:ext uri="{FF2B5EF4-FFF2-40B4-BE49-F238E27FC236}">
                <a16:creationId xmlns:a16="http://schemas.microsoft.com/office/drawing/2014/main" id="{73E71A9F-C606-C106-A319-3FD4EDC5BBDB}"/>
              </a:ext>
            </a:extLst>
          </p:cNvPr>
          <p:cNvSpPr>
            <a:spLocks noGrp="1"/>
          </p:cNvSpPr>
          <p:nvPr>
            <p:ph idx="1"/>
          </p:nvPr>
        </p:nvSpPr>
        <p:spPr/>
        <p:txBody>
          <a:bodyPr>
            <a:normAutofit/>
          </a:bodyPr>
          <a:lstStyle/>
          <a:p>
            <a:pPr marL="0" indent="0" algn="just">
              <a:buNone/>
            </a:pPr>
            <a:r>
              <a:rPr lang="en-US" sz="2700"/>
              <a:t>The goal of this work is summarized in the goal format of Wohlin et al.:</a:t>
            </a:r>
          </a:p>
          <a:p>
            <a:pPr algn="just"/>
            <a:r>
              <a:rPr lang="en-US" sz="2700"/>
              <a:t>To </a:t>
            </a:r>
            <a:r>
              <a:rPr lang="en-US" sz="2700" b="1"/>
              <a:t>analyze</a:t>
            </a:r>
            <a:r>
              <a:rPr lang="en-US" sz="2700"/>
              <a:t> the digital research process, in particular, the SDLC, </a:t>
            </a:r>
            <a:r>
              <a:rPr lang="en-US" sz="2700" b="1"/>
              <a:t>for the purpose of</a:t>
            </a:r>
            <a:r>
              <a:rPr lang="en-US" sz="2700"/>
              <a:t> evaluating and capturing relevant provenance sources </a:t>
            </a:r>
            <a:r>
              <a:rPr lang="en-US" sz="2700" b="1"/>
              <a:t>with respect to</a:t>
            </a:r>
            <a:r>
              <a:rPr lang="en-US" sz="2700"/>
              <a:t> their ability to engender transparency through explainable provenance traces, while avoiding information overload </a:t>
            </a:r>
            <a:r>
              <a:rPr lang="en-US" sz="2700" b="1"/>
              <a:t>from the point of view of the</a:t>
            </a:r>
            <a:r>
              <a:rPr lang="en-US" sz="2700"/>
              <a:t> software developers </a:t>
            </a:r>
            <a:r>
              <a:rPr lang="en-US" sz="2700" b="1"/>
              <a:t>in the context of</a:t>
            </a:r>
            <a:r>
              <a:rPr lang="en-US" sz="2700"/>
              <a:t> personal computer work.</a:t>
            </a:r>
          </a:p>
          <a:p>
            <a:pPr algn="just"/>
            <a:endParaRPr lang="en-US" sz="2700" dirty="0"/>
          </a:p>
        </p:txBody>
      </p:sp>
      <p:sp>
        <p:nvSpPr>
          <p:cNvPr id="4" name="Date Placeholder 3">
            <a:extLst>
              <a:ext uri="{FF2B5EF4-FFF2-40B4-BE49-F238E27FC236}">
                <a16:creationId xmlns:a16="http://schemas.microsoft.com/office/drawing/2014/main" id="{8B499DE7-7F5F-756D-C2D1-4E44C52F00CC}"/>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E5CB85ED-5096-B8B2-31AB-A1B3A18936B1}"/>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EF8752AC-54D1-9BF5-2856-91C437D2A245}"/>
              </a:ext>
            </a:extLst>
          </p:cNvPr>
          <p:cNvSpPr>
            <a:spLocks noGrp="1"/>
          </p:cNvSpPr>
          <p:nvPr>
            <p:ph type="sldNum" sz="quarter" idx="12"/>
          </p:nvPr>
        </p:nvSpPr>
        <p:spPr/>
        <p:txBody>
          <a:bodyPr/>
          <a:lstStyle/>
          <a:p>
            <a:fld id="{C473A0A6-EC25-4F79-943E-C6FB53EAB36C}" type="slidenum">
              <a:rPr lang="en-US" smtClean="0"/>
              <a:t>9</a:t>
            </a:fld>
            <a:endParaRPr lang="en-US"/>
          </a:p>
        </p:txBody>
      </p:sp>
      <p:sp>
        <p:nvSpPr>
          <p:cNvPr id="8" name="TextBox 7">
            <a:extLst>
              <a:ext uri="{FF2B5EF4-FFF2-40B4-BE49-F238E27FC236}">
                <a16:creationId xmlns:a16="http://schemas.microsoft.com/office/drawing/2014/main" id="{4F868E72-4275-7881-6385-CE09FACD3FF3}"/>
              </a:ext>
            </a:extLst>
          </p:cNvPr>
          <p:cNvSpPr txBox="1"/>
          <p:nvPr/>
        </p:nvSpPr>
        <p:spPr>
          <a:xfrm>
            <a:off x="2736025" y="5152395"/>
            <a:ext cx="6719950" cy="523220"/>
          </a:xfrm>
          <a:prstGeom prst="rect">
            <a:avLst/>
          </a:prstGeom>
          <a:noFill/>
        </p:spPr>
        <p:txBody>
          <a:bodyPr wrap="square">
            <a:spAutoFit/>
          </a:bodyPr>
          <a:lstStyle/>
          <a:p>
            <a:pPr marL="0" indent="0" algn="just">
              <a:buNone/>
            </a:pPr>
            <a:r>
              <a:rPr lang="en-US" sz="1400" i="1" dirty="0"/>
              <a:t>C. Wohlin, P. Runeson, M. </a:t>
            </a:r>
            <a:r>
              <a:rPr lang="en-US" sz="1400" i="1" dirty="0" err="1"/>
              <a:t>Höst</a:t>
            </a:r>
            <a:r>
              <a:rPr lang="en-US" sz="1400" i="1" dirty="0"/>
              <a:t>, M. C. Ohlsson, B. </a:t>
            </a:r>
            <a:r>
              <a:rPr lang="en-US" sz="1400" i="1" dirty="0" err="1"/>
              <a:t>Regnell</a:t>
            </a:r>
            <a:r>
              <a:rPr lang="en-US" sz="1400" i="1" dirty="0"/>
              <a:t> and A. </a:t>
            </a:r>
            <a:r>
              <a:rPr lang="en-US" sz="1400" i="1" dirty="0" err="1"/>
              <a:t>Wesslén</a:t>
            </a:r>
            <a:r>
              <a:rPr lang="en-US" sz="1400" i="1" dirty="0"/>
              <a:t>, "Experimentation in software engineering," Springer Science &amp; Business Media, 2012. </a:t>
            </a:r>
          </a:p>
        </p:txBody>
      </p:sp>
    </p:spTree>
    <p:extLst>
      <p:ext uri="{BB962C8B-B14F-4D97-AF65-F5344CB8AC3E}">
        <p14:creationId xmlns:p14="http://schemas.microsoft.com/office/powerpoint/2010/main" val="3688422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00F1-65CC-EFC3-5EEC-F54F6C13D0F1}"/>
              </a:ext>
            </a:extLst>
          </p:cNvPr>
          <p:cNvSpPr>
            <a:spLocks noGrp="1"/>
          </p:cNvSpPr>
          <p:nvPr>
            <p:ph type="title"/>
          </p:nvPr>
        </p:nvSpPr>
        <p:spPr/>
        <p:txBody>
          <a:bodyPr/>
          <a:lstStyle/>
          <a:p>
            <a:r>
              <a:rPr lang="en-US" dirty="0"/>
              <a:t>RQ 1</a:t>
            </a:r>
          </a:p>
        </p:txBody>
      </p:sp>
      <p:sp>
        <p:nvSpPr>
          <p:cNvPr id="3" name="Content Placeholder 2">
            <a:extLst>
              <a:ext uri="{FF2B5EF4-FFF2-40B4-BE49-F238E27FC236}">
                <a16:creationId xmlns:a16="http://schemas.microsoft.com/office/drawing/2014/main" id="{936DB7C7-AF1A-04C8-8F99-1CEA3F07DD13}"/>
              </a:ext>
            </a:extLst>
          </p:cNvPr>
          <p:cNvSpPr>
            <a:spLocks noGrp="1"/>
          </p:cNvSpPr>
          <p:nvPr>
            <p:ph idx="1"/>
          </p:nvPr>
        </p:nvSpPr>
        <p:spPr/>
        <p:txBody>
          <a:bodyPr/>
          <a:lstStyle/>
          <a:p>
            <a:pPr marL="0" indent="0" algn="just">
              <a:buNone/>
            </a:pPr>
            <a:r>
              <a:rPr lang="en-US" i="1" dirty="0"/>
              <a:t>How can relevant provenance sources be distinguished from noise during digital software development work?</a:t>
            </a:r>
          </a:p>
          <a:p>
            <a:pPr algn="just"/>
            <a:r>
              <a:rPr lang="en-US" dirty="0"/>
              <a:t>There are various artifacts interacted with during digital work</a:t>
            </a:r>
          </a:p>
          <a:p>
            <a:pPr lvl="1" algn="just"/>
            <a:r>
              <a:rPr lang="en-US" dirty="0"/>
              <a:t>Not all of them are relevant; some are noise</a:t>
            </a:r>
          </a:p>
          <a:p>
            <a:pPr lvl="1" algn="just"/>
            <a:r>
              <a:rPr lang="en-US" dirty="0"/>
              <a:t>Separating the two is essential for the future success of the work</a:t>
            </a:r>
          </a:p>
        </p:txBody>
      </p:sp>
      <p:sp>
        <p:nvSpPr>
          <p:cNvPr id="4" name="Date Placeholder 3">
            <a:extLst>
              <a:ext uri="{FF2B5EF4-FFF2-40B4-BE49-F238E27FC236}">
                <a16:creationId xmlns:a16="http://schemas.microsoft.com/office/drawing/2014/main" id="{703162B3-4B46-1A7C-4E70-97A2C9974CAD}"/>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4624B0F9-12B9-5606-0014-4585B8D7F6D2}"/>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12C259B8-0978-97D6-A9EC-63CA6910ACAE}"/>
              </a:ext>
            </a:extLst>
          </p:cNvPr>
          <p:cNvSpPr>
            <a:spLocks noGrp="1"/>
          </p:cNvSpPr>
          <p:nvPr>
            <p:ph type="sldNum" sz="quarter" idx="12"/>
          </p:nvPr>
        </p:nvSpPr>
        <p:spPr/>
        <p:txBody>
          <a:bodyPr/>
          <a:lstStyle/>
          <a:p>
            <a:fld id="{C473A0A6-EC25-4F79-943E-C6FB53EAB36C}" type="slidenum">
              <a:rPr lang="en-US" smtClean="0"/>
              <a:t>10</a:t>
            </a:fld>
            <a:endParaRPr lang="en-US"/>
          </a:p>
        </p:txBody>
      </p:sp>
      <p:pic>
        <p:nvPicPr>
          <p:cNvPr id="7" name="Picture 6" descr="A group of icons on a black background&#10;&#10;AI-generated content may be incorrect.">
            <a:extLst>
              <a:ext uri="{FF2B5EF4-FFF2-40B4-BE49-F238E27FC236}">
                <a16:creationId xmlns:a16="http://schemas.microsoft.com/office/drawing/2014/main" id="{3D63D9ED-D5BE-8C07-D8FA-05D84B90D38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29058" y="4126676"/>
            <a:ext cx="6933884" cy="1953656"/>
          </a:xfrm>
          <a:prstGeom prst="rect">
            <a:avLst/>
          </a:prstGeom>
          <a:noFill/>
          <a:ln>
            <a:noFill/>
          </a:ln>
        </p:spPr>
      </p:pic>
    </p:spTree>
    <p:extLst>
      <p:ext uri="{BB962C8B-B14F-4D97-AF65-F5344CB8AC3E}">
        <p14:creationId xmlns:p14="http://schemas.microsoft.com/office/powerpoint/2010/main" val="3478066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B3913-3F33-F0A9-B1D8-58D45CA9C2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F863A-77E4-E2A6-1A04-CDE81347B2A9}"/>
              </a:ext>
            </a:extLst>
          </p:cNvPr>
          <p:cNvSpPr>
            <a:spLocks noGrp="1"/>
          </p:cNvSpPr>
          <p:nvPr>
            <p:ph type="title"/>
          </p:nvPr>
        </p:nvSpPr>
        <p:spPr/>
        <p:txBody>
          <a:bodyPr/>
          <a:lstStyle/>
          <a:p>
            <a:r>
              <a:rPr lang="en-US" dirty="0"/>
              <a:t>RQ 2</a:t>
            </a:r>
          </a:p>
        </p:txBody>
      </p:sp>
      <p:sp>
        <p:nvSpPr>
          <p:cNvPr id="3" name="Content Placeholder 2">
            <a:extLst>
              <a:ext uri="{FF2B5EF4-FFF2-40B4-BE49-F238E27FC236}">
                <a16:creationId xmlns:a16="http://schemas.microsoft.com/office/drawing/2014/main" id="{526406C5-2EFC-3D88-1017-620272306897}"/>
              </a:ext>
            </a:extLst>
          </p:cNvPr>
          <p:cNvSpPr>
            <a:spLocks noGrp="1"/>
          </p:cNvSpPr>
          <p:nvPr>
            <p:ph idx="1"/>
          </p:nvPr>
        </p:nvSpPr>
        <p:spPr/>
        <p:txBody>
          <a:bodyPr/>
          <a:lstStyle/>
          <a:p>
            <a:pPr marL="0" indent="0" algn="just">
              <a:buNone/>
            </a:pPr>
            <a:r>
              <a:rPr lang="en-US" i="1" dirty="0"/>
              <a:t>How can the integration of a knowledge graph-based provenance system enhance the traceability and explainability of artifact development and maintenance within the SDLC?</a:t>
            </a:r>
          </a:p>
          <a:p>
            <a:pPr algn="just"/>
            <a:r>
              <a:rPr lang="en-US" dirty="0"/>
              <a:t>Existing provenance tools often lack both semantic depth and human-readable explanations</a:t>
            </a:r>
          </a:p>
          <a:p>
            <a:pPr lvl="1" algn="just"/>
            <a:r>
              <a:rPr lang="en-US" dirty="0"/>
              <a:t>None are automated…</a:t>
            </a:r>
          </a:p>
        </p:txBody>
      </p:sp>
      <p:sp>
        <p:nvSpPr>
          <p:cNvPr id="4" name="Date Placeholder 3">
            <a:extLst>
              <a:ext uri="{FF2B5EF4-FFF2-40B4-BE49-F238E27FC236}">
                <a16:creationId xmlns:a16="http://schemas.microsoft.com/office/drawing/2014/main" id="{100DA1A1-FE3B-21DD-D4C2-DD4460F91270}"/>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5680E97F-D901-6CF4-9F36-BC51DC6FCE44}"/>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F2F982E9-F338-B819-29B3-A18320AE068D}"/>
              </a:ext>
            </a:extLst>
          </p:cNvPr>
          <p:cNvSpPr>
            <a:spLocks noGrp="1"/>
          </p:cNvSpPr>
          <p:nvPr>
            <p:ph type="sldNum" sz="quarter" idx="12"/>
          </p:nvPr>
        </p:nvSpPr>
        <p:spPr/>
        <p:txBody>
          <a:bodyPr/>
          <a:lstStyle/>
          <a:p>
            <a:fld id="{C473A0A6-EC25-4F79-943E-C6FB53EAB36C}" type="slidenum">
              <a:rPr lang="en-US" smtClean="0"/>
              <a:t>11</a:t>
            </a:fld>
            <a:endParaRPr lang="en-US"/>
          </a:p>
        </p:txBody>
      </p:sp>
    </p:spTree>
    <p:extLst>
      <p:ext uri="{BB962C8B-B14F-4D97-AF65-F5344CB8AC3E}">
        <p14:creationId xmlns:p14="http://schemas.microsoft.com/office/powerpoint/2010/main" val="1260431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DDE41-A52E-DD83-0872-68DFFC93B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AD4CF7-186A-6D09-1FF1-F8320CADA139}"/>
              </a:ext>
            </a:extLst>
          </p:cNvPr>
          <p:cNvSpPr>
            <a:spLocks noGrp="1"/>
          </p:cNvSpPr>
          <p:nvPr>
            <p:ph type="title"/>
          </p:nvPr>
        </p:nvSpPr>
        <p:spPr/>
        <p:txBody>
          <a:bodyPr/>
          <a:lstStyle/>
          <a:p>
            <a:r>
              <a:rPr lang="en-US" dirty="0"/>
              <a:t>RQ 3</a:t>
            </a:r>
          </a:p>
        </p:txBody>
      </p:sp>
      <p:sp>
        <p:nvSpPr>
          <p:cNvPr id="3" name="Content Placeholder 2">
            <a:extLst>
              <a:ext uri="{FF2B5EF4-FFF2-40B4-BE49-F238E27FC236}">
                <a16:creationId xmlns:a16="http://schemas.microsoft.com/office/drawing/2014/main" id="{8CD5468E-8041-209C-397D-54735DF2024C}"/>
              </a:ext>
            </a:extLst>
          </p:cNvPr>
          <p:cNvSpPr>
            <a:spLocks noGrp="1"/>
          </p:cNvSpPr>
          <p:nvPr>
            <p:ph idx="1"/>
          </p:nvPr>
        </p:nvSpPr>
        <p:spPr/>
        <p:txBody>
          <a:bodyPr/>
          <a:lstStyle/>
          <a:p>
            <a:pPr marL="0" indent="0" algn="just">
              <a:buNone/>
            </a:pPr>
            <a:r>
              <a:rPr lang="en-US" i="1" dirty="0"/>
              <a:t>What are the technical challenges and limitations in developing a system for the automatic, real-time serialization of SDLC provenance, and how can these challenges be mitigated?</a:t>
            </a:r>
          </a:p>
          <a:p>
            <a:pPr algn="just"/>
            <a:r>
              <a:rPr lang="en-US" dirty="0"/>
              <a:t>Because of the novelty of the system, challenges and limitations are inevitable</a:t>
            </a:r>
          </a:p>
          <a:p>
            <a:pPr lvl="1" algn="just"/>
            <a:r>
              <a:rPr lang="en-US" dirty="0"/>
              <a:t>This RQ is important for guiding future research</a:t>
            </a:r>
          </a:p>
        </p:txBody>
      </p:sp>
      <p:sp>
        <p:nvSpPr>
          <p:cNvPr id="4" name="Date Placeholder 3">
            <a:extLst>
              <a:ext uri="{FF2B5EF4-FFF2-40B4-BE49-F238E27FC236}">
                <a16:creationId xmlns:a16="http://schemas.microsoft.com/office/drawing/2014/main" id="{8FB2D7E8-BCB8-225A-2D2D-2B7BCC6FC8FC}"/>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8CBA844E-5BBA-9315-3A39-4D68CFA706CD}"/>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20C9D743-430D-28D3-6919-EB5D9B99CF2A}"/>
              </a:ext>
            </a:extLst>
          </p:cNvPr>
          <p:cNvSpPr>
            <a:spLocks noGrp="1"/>
          </p:cNvSpPr>
          <p:nvPr>
            <p:ph type="sldNum" sz="quarter" idx="12"/>
          </p:nvPr>
        </p:nvSpPr>
        <p:spPr/>
        <p:txBody>
          <a:bodyPr/>
          <a:lstStyle/>
          <a:p>
            <a:fld id="{C473A0A6-EC25-4F79-943E-C6FB53EAB36C}" type="slidenum">
              <a:rPr lang="en-US" smtClean="0"/>
              <a:t>12</a:t>
            </a:fld>
            <a:endParaRPr lang="en-US"/>
          </a:p>
        </p:txBody>
      </p:sp>
    </p:spTree>
    <p:extLst>
      <p:ext uri="{BB962C8B-B14F-4D97-AF65-F5344CB8AC3E}">
        <p14:creationId xmlns:p14="http://schemas.microsoft.com/office/powerpoint/2010/main" val="982122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9B9E80-7C99-1C49-ED83-1D6D5AFC8B17}"/>
              </a:ext>
            </a:extLst>
          </p:cNvPr>
          <p:cNvSpPr>
            <a:spLocks noGrp="1"/>
          </p:cNvSpPr>
          <p:nvPr>
            <p:ph idx="1"/>
          </p:nvPr>
        </p:nvSpPr>
        <p:spPr>
          <a:xfrm>
            <a:off x="838200" y="3051000"/>
            <a:ext cx="10515600" cy="756000"/>
          </a:xfrm>
        </p:spPr>
        <p:txBody>
          <a:bodyPr>
            <a:normAutofit/>
          </a:bodyPr>
          <a:lstStyle/>
          <a:p>
            <a:pPr marL="0" indent="0" algn="ctr">
              <a:buNone/>
            </a:pPr>
            <a:r>
              <a:rPr lang="en-US" sz="4000" dirty="0"/>
              <a:t>Background</a:t>
            </a:r>
          </a:p>
        </p:txBody>
      </p:sp>
      <p:sp>
        <p:nvSpPr>
          <p:cNvPr id="4" name="Date Placeholder 3">
            <a:extLst>
              <a:ext uri="{FF2B5EF4-FFF2-40B4-BE49-F238E27FC236}">
                <a16:creationId xmlns:a16="http://schemas.microsoft.com/office/drawing/2014/main" id="{F65AD435-B3BB-9540-FFA2-DBD19408BDFC}"/>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663D1BDD-D92A-D161-887D-EFED042CC3E2}"/>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F3BC18ED-1A8F-320E-2384-FA12B72139A1}"/>
              </a:ext>
            </a:extLst>
          </p:cNvPr>
          <p:cNvSpPr>
            <a:spLocks noGrp="1"/>
          </p:cNvSpPr>
          <p:nvPr>
            <p:ph type="sldNum" sz="quarter" idx="12"/>
          </p:nvPr>
        </p:nvSpPr>
        <p:spPr/>
        <p:txBody>
          <a:bodyPr/>
          <a:lstStyle/>
          <a:p>
            <a:fld id="{C473A0A6-EC25-4F79-943E-C6FB53EAB36C}" type="slidenum">
              <a:rPr lang="en-US" smtClean="0"/>
              <a:t>13</a:t>
            </a:fld>
            <a:endParaRPr lang="en-US"/>
          </a:p>
        </p:txBody>
      </p:sp>
      <p:pic>
        <p:nvPicPr>
          <p:cNvPr id="7" name="Picture 6">
            <a:extLst>
              <a:ext uri="{FF2B5EF4-FFF2-40B4-BE49-F238E27FC236}">
                <a16:creationId xmlns:a16="http://schemas.microsoft.com/office/drawing/2014/main" id="{9795A3D5-4C7B-3A8E-1B18-6E751D2D03A8}"/>
              </a:ext>
            </a:extLst>
          </p:cNvPr>
          <p:cNvPicPr>
            <a:picLocks noChangeAspect="1"/>
          </p:cNvPicPr>
          <p:nvPr/>
        </p:nvPicPr>
        <p:blipFill>
          <a:blip r:embed="rId2"/>
          <a:stretch>
            <a:fillRect/>
          </a:stretch>
        </p:blipFill>
        <p:spPr>
          <a:xfrm>
            <a:off x="9480211" y="4783363"/>
            <a:ext cx="1298255" cy="884625"/>
          </a:xfrm>
          <a:prstGeom prst="rect">
            <a:avLst/>
          </a:prstGeom>
        </p:spPr>
      </p:pic>
      <p:pic>
        <p:nvPicPr>
          <p:cNvPr id="8" name="Picture 7">
            <a:extLst>
              <a:ext uri="{FF2B5EF4-FFF2-40B4-BE49-F238E27FC236}">
                <a16:creationId xmlns:a16="http://schemas.microsoft.com/office/drawing/2014/main" id="{25701B91-897D-6083-3181-C1FC8E25E8E8}"/>
              </a:ext>
            </a:extLst>
          </p:cNvPr>
          <p:cNvPicPr>
            <a:picLocks noChangeAspect="1"/>
          </p:cNvPicPr>
          <p:nvPr/>
        </p:nvPicPr>
        <p:blipFill rotWithShape="1">
          <a:blip r:embed="rId3"/>
          <a:srcRect l="7055" t="4762" r="8200" b="7611"/>
          <a:stretch/>
        </p:blipFill>
        <p:spPr>
          <a:xfrm>
            <a:off x="1423371" y="3807000"/>
            <a:ext cx="1572858" cy="1988212"/>
          </a:xfrm>
          <a:prstGeom prst="rect">
            <a:avLst/>
          </a:prstGeom>
        </p:spPr>
      </p:pic>
      <p:pic>
        <p:nvPicPr>
          <p:cNvPr id="9" name="Picture 8">
            <a:extLst>
              <a:ext uri="{FF2B5EF4-FFF2-40B4-BE49-F238E27FC236}">
                <a16:creationId xmlns:a16="http://schemas.microsoft.com/office/drawing/2014/main" id="{04EB1005-642F-1ADC-9175-F9B94A764316}"/>
              </a:ext>
            </a:extLst>
          </p:cNvPr>
          <p:cNvPicPr>
            <a:picLocks noChangeAspect="1"/>
          </p:cNvPicPr>
          <p:nvPr/>
        </p:nvPicPr>
        <p:blipFill>
          <a:blip r:embed="rId4"/>
          <a:stretch>
            <a:fillRect/>
          </a:stretch>
        </p:blipFill>
        <p:spPr>
          <a:xfrm>
            <a:off x="1642675" y="877637"/>
            <a:ext cx="1134249" cy="1018035"/>
          </a:xfrm>
          <a:prstGeom prst="rect">
            <a:avLst/>
          </a:prstGeom>
        </p:spPr>
      </p:pic>
      <p:pic>
        <p:nvPicPr>
          <p:cNvPr id="10" name="Picture 9">
            <a:extLst>
              <a:ext uri="{FF2B5EF4-FFF2-40B4-BE49-F238E27FC236}">
                <a16:creationId xmlns:a16="http://schemas.microsoft.com/office/drawing/2014/main" id="{4A9072A6-AB4F-6E1F-B845-AC93B758E675}"/>
              </a:ext>
            </a:extLst>
          </p:cNvPr>
          <p:cNvPicPr>
            <a:picLocks noChangeAspect="1"/>
          </p:cNvPicPr>
          <p:nvPr/>
        </p:nvPicPr>
        <p:blipFill>
          <a:blip r:embed="rId5"/>
          <a:stretch>
            <a:fillRect/>
          </a:stretch>
        </p:blipFill>
        <p:spPr>
          <a:xfrm>
            <a:off x="9235745" y="877637"/>
            <a:ext cx="1787188" cy="1197000"/>
          </a:xfrm>
          <a:prstGeom prst="rect">
            <a:avLst/>
          </a:prstGeom>
        </p:spPr>
      </p:pic>
    </p:spTree>
    <p:extLst>
      <p:ext uri="{BB962C8B-B14F-4D97-AF65-F5344CB8AC3E}">
        <p14:creationId xmlns:p14="http://schemas.microsoft.com/office/powerpoint/2010/main" val="1085143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430DD-34D1-1834-206A-CB91F2CDBD17}"/>
              </a:ext>
            </a:extLst>
          </p:cNvPr>
          <p:cNvSpPr>
            <a:spLocks noGrp="1"/>
          </p:cNvSpPr>
          <p:nvPr>
            <p:ph type="title"/>
          </p:nvPr>
        </p:nvSpPr>
        <p:spPr/>
        <p:txBody>
          <a:bodyPr/>
          <a:lstStyle/>
          <a:p>
            <a:r>
              <a:rPr lang="en-US" dirty="0"/>
              <a:t>Background: The SDLC</a:t>
            </a:r>
          </a:p>
        </p:txBody>
      </p:sp>
      <p:sp>
        <p:nvSpPr>
          <p:cNvPr id="3" name="Content Placeholder 2">
            <a:extLst>
              <a:ext uri="{FF2B5EF4-FFF2-40B4-BE49-F238E27FC236}">
                <a16:creationId xmlns:a16="http://schemas.microsoft.com/office/drawing/2014/main" id="{7360783B-1F6F-0A19-38EF-236645B7114F}"/>
              </a:ext>
            </a:extLst>
          </p:cNvPr>
          <p:cNvSpPr>
            <a:spLocks noGrp="1"/>
          </p:cNvSpPr>
          <p:nvPr>
            <p:ph idx="1"/>
          </p:nvPr>
        </p:nvSpPr>
        <p:spPr>
          <a:xfrm>
            <a:off x="838200" y="1825625"/>
            <a:ext cx="7089000" cy="4351338"/>
          </a:xfrm>
        </p:spPr>
        <p:txBody>
          <a:bodyPr>
            <a:normAutofit fontScale="92500" lnSpcReduction="10000"/>
          </a:bodyPr>
          <a:lstStyle/>
          <a:p>
            <a:pPr algn="just"/>
            <a:r>
              <a:rPr lang="en-US" b="1" dirty="0"/>
              <a:t>Requirements phase</a:t>
            </a:r>
            <a:r>
              <a:rPr lang="en-US" dirty="0"/>
              <a:t>: documents like SRSs are early sources of software provenance</a:t>
            </a:r>
          </a:p>
          <a:p>
            <a:pPr algn="just"/>
            <a:r>
              <a:rPr lang="en-US" b="1" dirty="0"/>
              <a:t>Design phase</a:t>
            </a:r>
            <a:r>
              <a:rPr lang="en-US" dirty="0"/>
              <a:t>: visual artifacts, e.g., diagrams, lack built-in context, so they are hard to trace without explainable annotations</a:t>
            </a:r>
          </a:p>
          <a:p>
            <a:pPr algn="just"/>
            <a:r>
              <a:rPr lang="en-US" b="1" dirty="0"/>
              <a:t>Implementation phase</a:t>
            </a:r>
            <a:r>
              <a:rPr lang="en-US" dirty="0"/>
              <a:t>: code commits, comments, external references, e.g., Stack Overflow, give rich traceable provenance</a:t>
            </a:r>
          </a:p>
          <a:p>
            <a:pPr algn="just"/>
            <a:r>
              <a:rPr lang="en-US" b="1" dirty="0"/>
              <a:t>Later phases</a:t>
            </a:r>
            <a:r>
              <a:rPr lang="en-US" dirty="0"/>
              <a:t>: testing, deployment, and maintenance produce fewer artifacts but rely heavily on traceability to understand changes</a:t>
            </a:r>
          </a:p>
        </p:txBody>
      </p:sp>
      <p:sp>
        <p:nvSpPr>
          <p:cNvPr id="4" name="Date Placeholder 3">
            <a:extLst>
              <a:ext uri="{FF2B5EF4-FFF2-40B4-BE49-F238E27FC236}">
                <a16:creationId xmlns:a16="http://schemas.microsoft.com/office/drawing/2014/main" id="{E469DEE6-36A7-B8E0-ED9B-58FDFF17FDA1}"/>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20AECF9D-70F3-F61A-7E25-A6962C61D2DB}"/>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C0C18439-9DC4-ED9B-CC54-36971F8B976D}"/>
              </a:ext>
            </a:extLst>
          </p:cNvPr>
          <p:cNvSpPr>
            <a:spLocks noGrp="1"/>
          </p:cNvSpPr>
          <p:nvPr>
            <p:ph type="sldNum" sz="quarter" idx="12"/>
          </p:nvPr>
        </p:nvSpPr>
        <p:spPr/>
        <p:txBody>
          <a:bodyPr/>
          <a:lstStyle/>
          <a:p>
            <a:fld id="{C473A0A6-EC25-4F79-943E-C6FB53EAB36C}" type="slidenum">
              <a:rPr lang="en-US" smtClean="0"/>
              <a:t>14</a:t>
            </a:fld>
            <a:endParaRPr lang="en-US"/>
          </a:p>
        </p:txBody>
      </p:sp>
      <p:pic>
        <p:nvPicPr>
          <p:cNvPr id="7" name="Picture 6" descr="A circular diagram of a software development&#10;&#10;Description automatically generated with medium confidence">
            <a:extLst>
              <a:ext uri="{FF2B5EF4-FFF2-40B4-BE49-F238E27FC236}">
                <a16:creationId xmlns:a16="http://schemas.microsoft.com/office/drawing/2014/main" id="{56292272-837C-9D11-C8D6-18E8B0F0AE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353188" y="1899136"/>
            <a:ext cx="3426900" cy="3705552"/>
          </a:xfrm>
          <a:prstGeom prst="rect">
            <a:avLst/>
          </a:prstGeom>
          <a:noFill/>
          <a:ln>
            <a:noFill/>
          </a:ln>
        </p:spPr>
      </p:pic>
    </p:spTree>
    <p:extLst>
      <p:ext uri="{BB962C8B-B14F-4D97-AF65-F5344CB8AC3E}">
        <p14:creationId xmlns:p14="http://schemas.microsoft.com/office/powerpoint/2010/main" val="2134639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57047-6731-DCFC-794C-7FFF828ACC86}"/>
              </a:ext>
            </a:extLst>
          </p:cNvPr>
          <p:cNvSpPr>
            <a:spLocks noGrp="1"/>
          </p:cNvSpPr>
          <p:nvPr>
            <p:ph type="title"/>
          </p:nvPr>
        </p:nvSpPr>
        <p:spPr/>
        <p:txBody>
          <a:bodyPr/>
          <a:lstStyle/>
          <a:p>
            <a:r>
              <a:rPr lang="en-US" dirty="0"/>
              <a:t>Background: Knowledge</a:t>
            </a:r>
          </a:p>
        </p:txBody>
      </p:sp>
      <p:sp>
        <p:nvSpPr>
          <p:cNvPr id="3" name="Content Placeholder 2">
            <a:extLst>
              <a:ext uri="{FF2B5EF4-FFF2-40B4-BE49-F238E27FC236}">
                <a16:creationId xmlns:a16="http://schemas.microsoft.com/office/drawing/2014/main" id="{91BCCDF1-78E5-8280-CF37-47A594E6C4C8}"/>
              </a:ext>
            </a:extLst>
          </p:cNvPr>
          <p:cNvSpPr>
            <a:spLocks noGrp="1"/>
          </p:cNvSpPr>
          <p:nvPr>
            <p:ph idx="1"/>
          </p:nvPr>
        </p:nvSpPr>
        <p:spPr>
          <a:xfrm>
            <a:off x="838200" y="1825625"/>
            <a:ext cx="6131400" cy="4351338"/>
          </a:xfrm>
        </p:spPr>
        <p:txBody>
          <a:bodyPr/>
          <a:lstStyle/>
          <a:p>
            <a:pPr marL="0" indent="0" algn="just">
              <a:buNone/>
            </a:pPr>
            <a:r>
              <a:rPr lang="en-US" dirty="0"/>
              <a:t>Knowledge cycles through two forms</a:t>
            </a:r>
          </a:p>
          <a:p>
            <a:pPr algn="just"/>
            <a:r>
              <a:rPr lang="en-US" b="1" dirty="0"/>
              <a:t>Tacit</a:t>
            </a:r>
            <a:r>
              <a:rPr lang="en-US" dirty="0"/>
              <a:t>: unsaid, buried in know-how and expertise</a:t>
            </a:r>
          </a:p>
          <a:p>
            <a:pPr algn="just"/>
            <a:r>
              <a:rPr lang="en-US" b="1" dirty="0"/>
              <a:t>Explicit</a:t>
            </a:r>
            <a:r>
              <a:rPr lang="en-US" dirty="0"/>
              <a:t>: serialized, e.g., files, books, etc.</a:t>
            </a:r>
          </a:p>
          <a:p>
            <a:pPr algn="just"/>
            <a:r>
              <a:rPr lang="en-US" dirty="0"/>
              <a:t>This dissertation intends to make the tacit explicit</a:t>
            </a:r>
          </a:p>
        </p:txBody>
      </p:sp>
      <p:sp>
        <p:nvSpPr>
          <p:cNvPr id="4" name="Date Placeholder 3">
            <a:extLst>
              <a:ext uri="{FF2B5EF4-FFF2-40B4-BE49-F238E27FC236}">
                <a16:creationId xmlns:a16="http://schemas.microsoft.com/office/drawing/2014/main" id="{8386EA39-B8AD-D8C9-68CA-F7789C5BAC13}"/>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A44E0444-9404-7D67-E0CF-294EB8AB32B7}"/>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16180D1D-9E6D-5650-A961-BA377D6FDBB0}"/>
              </a:ext>
            </a:extLst>
          </p:cNvPr>
          <p:cNvSpPr>
            <a:spLocks noGrp="1"/>
          </p:cNvSpPr>
          <p:nvPr>
            <p:ph type="sldNum" sz="quarter" idx="12"/>
          </p:nvPr>
        </p:nvSpPr>
        <p:spPr/>
        <p:txBody>
          <a:bodyPr/>
          <a:lstStyle/>
          <a:p>
            <a:fld id="{C473A0A6-EC25-4F79-943E-C6FB53EAB36C}" type="slidenum">
              <a:rPr lang="en-US" smtClean="0"/>
              <a:t>15</a:t>
            </a:fld>
            <a:endParaRPr lang="en-US"/>
          </a:p>
        </p:txBody>
      </p:sp>
      <p:pic>
        <p:nvPicPr>
          <p:cNvPr id="7" name="Picture 6">
            <a:extLst>
              <a:ext uri="{FF2B5EF4-FFF2-40B4-BE49-F238E27FC236}">
                <a16:creationId xmlns:a16="http://schemas.microsoft.com/office/drawing/2014/main" id="{F420E7B5-2F2D-A7EE-72E9-3575A3069C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314528" y="2203200"/>
            <a:ext cx="4635081" cy="2877537"/>
          </a:xfrm>
          <a:prstGeom prst="rect">
            <a:avLst/>
          </a:prstGeom>
          <a:noFill/>
          <a:ln>
            <a:noFill/>
          </a:ln>
        </p:spPr>
      </p:pic>
    </p:spTree>
    <p:extLst>
      <p:ext uri="{BB962C8B-B14F-4D97-AF65-F5344CB8AC3E}">
        <p14:creationId xmlns:p14="http://schemas.microsoft.com/office/powerpoint/2010/main" val="907930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66073-46F7-385E-CE54-39ADEC9EDB81}"/>
              </a:ext>
            </a:extLst>
          </p:cNvPr>
          <p:cNvSpPr>
            <a:spLocks noGrp="1"/>
          </p:cNvSpPr>
          <p:nvPr>
            <p:ph type="title"/>
          </p:nvPr>
        </p:nvSpPr>
        <p:spPr/>
        <p:txBody>
          <a:bodyPr/>
          <a:lstStyle/>
          <a:p>
            <a:r>
              <a:rPr lang="en-US" dirty="0"/>
              <a:t>Background: Ontology</a:t>
            </a:r>
          </a:p>
        </p:txBody>
      </p:sp>
      <p:sp>
        <p:nvSpPr>
          <p:cNvPr id="3" name="Content Placeholder 2">
            <a:extLst>
              <a:ext uri="{FF2B5EF4-FFF2-40B4-BE49-F238E27FC236}">
                <a16:creationId xmlns:a16="http://schemas.microsoft.com/office/drawing/2014/main" id="{C7E584DD-10B2-8472-FB45-CA6D6DD08D71}"/>
              </a:ext>
            </a:extLst>
          </p:cNvPr>
          <p:cNvSpPr>
            <a:spLocks noGrp="1"/>
          </p:cNvSpPr>
          <p:nvPr>
            <p:ph idx="1"/>
          </p:nvPr>
        </p:nvSpPr>
        <p:spPr>
          <a:xfrm>
            <a:off x="838200" y="1825625"/>
            <a:ext cx="10515600" cy="2307175"/>
          </a:xfrm>
        </p:spPr>
        <p:txBody>
          <a:bodyPr>
            <a:normAutofit fontScale="92500" lnSpcReduction="10000"/>
          </a:bodyPr>
          <a:lstStyle/>
          <a:p>
            <a:pPr algn="just"/>
            <a:r>
              <a:rPr lang="en-US" b="1" dirty="0"/>
              <a:t>Ontologies</a:t>
            </a:r>
            <a:r>
              <a:rPr lang="en-US" dirty="0"/>
              <a:t>: ontologies allow formal knowledge by defining entities and relationships, supporting consistent interpretation across systems</a:t>
            </a:r>
          </a:p>
          <a:p>
            <a:pPr algn="just"/>
            <a:r>
              <a:rPr lang="en-US" b="1" dirty="0"/>
              <a:t>Basic Formal Ontology (BFO): </a:t>
            </a:r>
            <a:r>
              <a:rPr lang="en-US" dirty="0"/>
              <a:t>BFO divides all entities into Continuants and Occurrents, giving a structured model of reality</a:t>
            </a:r>
          </a:p>
          <a:p>
            <a:pPr algn="just"/>
            <a:r>
              <a:rPr lang="en-US" b="1" dirty="0"/>
              <a:t>Traceable graphs</a:t>
            </a:r>
            <a:r>
              <a:rPr lang="en-US" dirty="0"/>
              <a:t>: ontologies underpin knowledge graphs, making them well-suited for representing software traces</a:t>
            </a:r>
          </a:p>
        </p:txBody>
      </p:sp>
      <p:sp>
        <p:nvSpPr>
          <p:cNvPr id="4" name="Date Placeholder 3">
            <a:extLst>
              <a:ext uri="{FF2B5EF4-FFF2-40B4-BE49-F238E27FC236}">
                <a16:creationId xmlns:a16="http://schemas.microsoft.com/office/drawing/2014/main" id="{8A92EB9E-DD63-79FD-9924-EE0DC9D0D733}"/>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191CB19D-30C8-5A9B-B884-6CC9D6CCDDA7}"/>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B08210A1-E00D-D36A-6165-13F9ED1F7153}"/>
              </a:ext>
            </a:extLst>
          </p:cNvPr>
          <p:cNvSpPr>
            <a:spLocks noGrp="1"/>
          </p:cNvSpPr>
          <p:nvPr>
            <p:ph type="sldNum" sz="quarter" idx="12"/>
          </p:nvPr>
        </p:nvSpPr>
        <p:spPr/>
        <p:txBody>
          <a:bodyPr/>
          <a:lstStyle/>
          <a:p>
            <a:fld id="{C473A0A6-EC25-4F79-943E-C6FB53EAB36C}" type="slidenum">
              <a:rPr lang="en-US" smtClean="0"/>
              <a:t>16</a:t>
            </a:fld>
            <a:endParaRPr lang="en-US"/>
          </a:p>
        </p:txBody>
      </p:sp>
      <p:pic>
        <p:nvPicPr>
          <p:cNvPr id="7" name="Picture 6" descr="A diagram of a diagram&#10;&#10;Description automatically generated with medium confidence">
            <a:extLst>
              <a:ext uri="{FF2B5EF4-FFF2-40B4-BE49-F238E27FC236}">
                <a16:creationId xmlns:a16="http://schemas.microsoft.com/office/drawing/2014/main" id="{D4B540FA-F1C0-DCFB-9A1B-BEF25B9C70F7}"/>
              </a:ext>
            </a:extLst>
          </p:cNvPr>
          <p:cNvPicPr>
            <a:picLocks noChangeAspect="1"/>
          </p:cNvPicPr>
          <p:nvPr/>
        </p:nvPicPr>
        <p:blipFill rotWithShape="1">
          <a:blip r:embed="rId2"/>
          <a:srcRect t="4516" r="1569" b="11589"/>
          <a:stretch/>
        </p:blipFill>
        <p:spPr>
          <a:xfrm>
            <a:off x="1971678" y="4187587"/>
            <a:ext cx="8248644" cy="2029438"/>
          </a:xfrm>
          <a:prstGeom prst="rect">
            <a:avLst/>
          </a:prstGeom>
        </p:spPr>
      </p:pic>
    </p:spTree>
    <p:extLst>
      <p:ext uri="{BB962C8B-B14F-4D97-AF65-F5344CB8AC3E}">
        <p14:creationId xmlns:p14="http://schemas.microsoft.com/office/powerpoint/2010/main" val="2286300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EC8AA-75F4-B414-7247-7E4D376CA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C0B69-16B3-6900-B7C8-46A750AC28D0}"/>
              </a:ext>
            </a:extLst>
          </p:cNvPr>
          <p:cNvSpPr>
            <a:spLocks noGrp="1"/>
          </p:cNvSpPr>
          <p:nvPr>
            <p:ph type="title"/>
          </p:nvPr>
        </p:nvSpPr>
        <p:spPr/>
        <p:txBody>
          <a:bodyPr/>
          <a:lstStyle/>
          <a:p>
            <a:r>
              <a:rPr lang="en-US" dirty="0"/>
              <a:t>Background: Knowledge Graphs</a:t>
            </a:r>
          </a:p>
        </p:txBody>
      </p:sp>
      <p:sp>
        <p:nvSpPr>
          <p:cNvPr id="3" name="Content Placeholder 2">
            <a:extLst>
              <a:ext uri="{FF2B5EF4-FFF2-40B4-BE49-F238E27FC236}">
                <a16:creationId xmlns:a16="http://schemas.microsoft.com/office/drawing/2014/main" id="{63177686-E33E-ABE2-24F5-1C2D3F27FB29}"/>
              </a:ext>
            </a:extLst>
          </p:cNvPr>
          <p:cNvSpPr>
            <a:spLocks noGrp="1"/>
          </p:cNvSpPr>
          <p:nvPr>
            <p:ph idx="1"/>
          </p:nvPr>
        </p:nvSpPr>
        <p:spPr>
          <a:xfrm>
            <a:off x="838199" y="1825625"/>
            <a:ext cx="6109099" cy="3072946"/>
          </a:xfrm>
        </p:spPr>
        <p:txBody>
          <a:bodyPr>
            <a:normAutofit fontScale="70000" lnSpcReduction="20000"/>
          </a:bodyPr>
          <a:lstStyle/>
          <a:p>
            <a:pPr algn="just"/>
            <a:r>
              <a:rPr lang="en-US" b="1" dirty="0"/>
              <a:t>Semantic Web</a:t>
            </a:r>
            <a:r>
              <a:rPr lang="en-US" dirty="0"/>
              <a:t>: a vision for a Web where information is structured for humans and machines</a:t>
            </a:r>
          </a:p>
          <a:p>
            <a:pPr algn="just"/>
            <a:r>
              <a:rPr lang="en-US" b="1" dirty="0"/>
              <a:t>RDF (Resource Description Framework)</a:t>
            </a:r>
            <a:r>
              <a:rPr lang="en-US" dirty="0"/>
              <a:t>: a standard for data interchange using triples (subject–predicate–object)</a:t>
            </a:r>
          </a:p>
          <a:p>
            <a:pPr algn="just"/>
            <a:r>
              <a:rPr lang="en-US" b="1" dirty="0"/>
              <a:t>RDFS (RDF Schema): </a:t>
            </a:r>
            <a:r>
              <a:rPr lang="en-US" dirty="0"/>
              <a:t>RDF extension for class hierarchies and relationships between data types</a:t>
            </a:r>
          </a:p>
          <a:p>
            <a:pPr algn="just"/>
            <a:r>
              <a:rPr lang="en-US" b="1" dirty="0"/>
              <a:t>Knowledge graphs</a:t>
            </a:r>
            <a:r>
              <a:rPr lang="en-US" dirty="0"/>
              <a:t>: flexible structures that represent information, enabling intuitive and extensible modeling</a:t>
            </a:r>
          </a:p>
        </p:txBody>
      </p:sp>
      <p:sp>
        <p:nvSpPr>
          <p:cNvPr id="4" name="Date Placeholder 3">
            <a:extLst>
              <a:ext uri="{FF2B5EF4-FFF2-40B4-BE49-F238E27FC236}">
                <a16:creationId xmlns:a16="http://schemas.microsoft.com/office/drawing/2014/main" id="{28FBAB03-4F9F-CD95-EFC6-80E3CCC91421}"/>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939A4C04-5849-F992-6DBB-DEA39E362E0C}"/>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286F54CE-AA6B-9EBD-6722-91ACE81BEF52}"/>
              </a:ext>
            </a:extLst>
          </p:cNvPr>
          <p:cNvSpPr>
            <a:spLocks noGrp="1"/>
          </p:cNvSpPr>
          <p:nvPr>
            <p:ph type="sldNum" sz="quarter" idx="12"/>
          </p:nvPr>
        </p:nvSpPr>
        <p:spPr/>
        <p:txBody>
          <a:bodyPr/>
          <a:lstStyle/>
          <a:p>
            <a:fld id="{C473A0A6-EC25-4F79-943E-C6FB53EAB36C}" type="slidenum">
              <a:rPr lang="en-US" smtClean="0"/>
              <a:t>17</a:t>
            </a:fld>
            <a:endParaRPr lang="en-US"/>
          </a:p>
        </p:txBody>
      </p:sp>
      <p:pic>
        <p:nvPicPr>
          <p:cNvPr id="8" name="Picture 7" descr="Diagram&#10;&#10;Description automatically generated">
            <a:extLst>
              <a:ext uri="{FF2B5EF4-FFF2-40B4-BE49-F238E27FC236}">
                <a16:creationId xmlns:a16="http://schemas.microsoft.com/office/drawing/2014/main" id="{25222A00-073E-238C-17B6-60E4A9B9B8D2}"/>
              </a:ext>
            </a:extLst>
          </p:cNvPr>
          <p:cNvPicPr>
            <a:picLocks noChangeAspect="1"/>
          </p:cNvPicPr>
          <p:nvPr/>
        </p:nvPicPr>
        <p:blipFill>
          <a:blip r:embed="rId2"/>
          <a:stretch>
            <a:fillRect/>
          </a:stretch>
        </p:blipFill>
        <p:spPr>
          <a:xfrm>
            <a:off x="7012612" y="1349188"/>
            <a:ext cx="4977297" cy="2802890"/>
          </a:xfrm>
          <a:prstGeom prst="rect">
            <a:avLst/>
          </a:prstGeom>
        </p:spPr>
      </p:pic>
      <p:pic>
        <p:nvPicPr>
          <p:cNvPr id="10" name="Picture 9" descr="Shape&#10;&#10;Description automatically generated with medium confidence">
            <a:extLst>
              <a:ext uri="{FF2B5EF4-FFF2-40B4-BE49-F238E27FC236}">
                <a16:creationId xmlns:a16="http://schemas.microsoft.com/office/drawing/2014/main" id="{D2445A4D-3BC4-6D1A-9DB9-7C17AACD85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4750696"/>
            <a:ext cx="7886543" cy="1605654"/>
          </a:xfrm>
          <a:prstGeom prst="rect">
            <a:avLst/>
          </a:prstGeom>
          <a:noFill/>
          <a:ln>
            <a:noFill/>
          </a:ln>
        </p:spPr>
      </p:pic>
    </p:spTree>
    <p:extLst>
      <p:ext uri="{BB962C8B-B14F-4D97-AF65-F5344CB8AC3E}">
        <p14:creationId xmlns:p14="http://schemas.microsoft.com/office/powerpoint/2010/main" val="1486615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A4D0-3335-3ED8-3E76-F1FCF818B098}"/>
              </a:ext>
            </a:extLst>
          </p:cNvPr>
          <p:cNvSpPr>
            <a:spLocks noGrp="1"/>
          </p:cNvSpPr>
          <p:nvPr>
            <p:ph type="title"/>
          </p:nvPr>
        </p:nvSpPr>
        <p:spPr/>
        <p:txBody>
          <a:bodyPr/>
          <a:lstStyle/>
          <a:p>
            <a:r>
              <a:rPr lang="en-US" dirty="0"/>
              <a:t>Background: Software Traces</a:t>
            </a:r>
          </a:p>
        </p:txBody>
      </p:sp>
      <p:sp>
        <p:nvSpPr>
          <p:cNvPr id="3" name="Content Placeholder 2">
            <a:extLst>
              <a:ext uri="{FF2B5EF4-FFF2-40B4-BE49-F238E27FC236}">
                <a16:creationId xmlns:a16="http://schemas.microsoft.com/office/drawing/2014/main" id="{80239B11-9D00-513C-B424-8B354FEE6A80}"/>
              </a:ext>
            </a:extLst>
          </p:cNvPr>
          <p:cNvSpPr>
            <a:spLocks noGrp="1"/>
          </p:cNvSpPr>
          <p:nvPr>
            <p:ph idx="1"/>
          </p:nvPr>
        </p:nvSpPr>
        <p:spPr>
          <a:xfrm>
            <a:off x="838200" y="1825625"/>
            <a:ext cx="6369000" cy="4351338"/>
          </a:xfrm>
        </p:spPr>
        <p:txBody>
          <a:bodyPr>
            <a:normAutofit/>
          </a:bodyPr>
          <a:lstStyle/>
          <a:p>
            <a:pPr algn="just"/>
            <a:r>
              <a:rPr lang="en-US" dirty="0"/>
              <a:t>In the simplest case, a software trace is a link from a source to a target</a:t>
            </a:r>
          </a:p>
          <a:p>
            <a:pPr lvl="1" algn="just"/>
            <a:r>
              <a:rPr lang="en-US" dirty="0"/>
              <a:t>E.g., a spreadsheet with requirements numbers in one column, and class name / method name in another</a:t>
            </a:r>
          </a:p>
          <a:p>
            <a:pPr algn="just"/>
            <a:r>
              <a:rPr lang="en-US" dirty="0"/>
              <a:t>Traces operationalize explainability</a:t>
            </a:r>
          </a:p>
          <a:p>
            <a:pPr lvl="1" algn="just"/>
            <a:r>
              <a:rPr lang="en-US" dirty="0"/>
              <a:t>If you can trace some requirement to its implementation, you can explain it better</a:t>
            </a:r>
          </a:p>
          <a:p>
            <a:pPr lvl="2" algn="just"/>
            <a:r>
              <a:rPr lang="en-US" dirty="0"/>
              <a:t>But traces still need to be </a:t>
            </a:r>
            <a:r>
              <a:rPr lang="en-US" i="1" dirty="0"/>
              <a:t>explainable</a:t>
            </a:r>
          </a:p>
        </p:txBody>
      </p:sp>
      <p:sp>
        <p:nvSpPr>
          <p:cNvPr id="4" name="Date Placeholder 3">
            <a:extLst>
              <a:ext uri="{FF2B5EF4-FFF2-40B4-BE49-F238E27FC236}">
                <a16:creationId xmlns:a16="http://schemas.microsoft.com/office/drawing/2014/main" id="{9C083A85-8CB6-FB88-5D6F-A6B3BC253D1B}"/>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66691E16-4213-6813-2686-268AABFB7B96}"/>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808CCE57-C911-BD95-85E6-86AC83D8C428}"/>
              </a:ext>
            </a:extLst>
          </p:cNvPr>
          <p:cNvSpPr>
            <a:spLocks noGrp="1"/>
          </p:cNvSpPr>
          <p:nvPr>
            <p:ph type="sldNum" sz="quarter" idx="12"/>
          </p:nvPr>
        </p:nvSpPr>
        <p:spPr/>
        <p:txBody>
          <a:bodyPr/>
          <a:lstStyle/>
          <a:p>
            <a:fld id="{C473A0A6-EC25-4F79-943E-C6FB53EAB36C}" type="slidenum">
              <a:rPr lang="en-US" smtClean="0"/>
              <a:t>18</a:t>
            </a:fld>
            <a:endParaRPr lang="en-US"/>
          </a:p>
        </p:txBody>
      </p:sp>
      <p:pic>
        <p:nvPicPr>
          <p:cNvPr id="7" name="Picture 6" descr="A black and white background with white squares&#10;&#10;Description automatically generated">
            <a:extLst>
              <a:ext uri="{FF2B5EF4-FFF2-40B4-BE49-F238E27FC236}">
                <a16:creationId xmlns:a16="http://schemas.microsoft.com/office/drawing/2014/main" id="{C61B0F06-2136-2E30-43EC-0A1A44DE89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41334" y="2613600"/>
            <a:ext cx="4343933" cy="2502433"/>
          </a:xfrm>
          <a:prstGeom prst="rect">
            <a:avLst/>
          </a:prstGeom>
          <a:noFill/>
          <a:ln>
            <a:noFill/>
          </a:ln>
        </p:spPr>
      </p:pic>
    </p:spTree>
    <p:extLst>
      <p:ext uri="{BB962C8B-B14F-4D97-AF65-F5344CB8AC3E}">
        <p14:creationId xmlns:p14="http://schemas.microsoft.com/office/powerpoint/2010/main" val="1046337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5034F-8A27-35A8-3244-F68FD418BA81}"/>
              </a:ext>
            </a:extLst>
          </p:cNvPr>
          <p:cNvSpPr>
            <a:spLocks noGrp="1"/>
          </p:cNvSpPr>
          <p:nvPr>
            <p:ph type="title"/>
          </p:nvPr>
        </p:nvSpPr>
        <p:spPr/>
        <p:txBody>
          <a:bodyPr/>
          <a:lstStyle/>
          <a:p>
            <a:r>
              <a:rPr lang="en-US" dirty="0"/>
              <a:t>Background: Provenance Hierarchy</a:t>
            </a:r>
          </a:p>
        </p:txBody>
      </p:sp>
      <p:sp>
        <p:nvSpPr>
          <p:cNvPr id="3" name="Content Placeholder 2">
            <a:extLst>
              <a:ext uri="{FF2B5EF4-FFF2-40B4-BE49-F238E27FC236}">
                <a16:creationId xmlns:a16="http://schemas.microsoft.com/office/drawing/2014/main" id="{B32FB54E-A937-4419-069C-5CDCCD233E81}"/>
              </a:ext>
            </a:extLst>
          </p:cNvPr>
          <p:cNvSpPr>
            <a:spLocks noGrp="1"/>
          </p:cNvSpPr>
          <p:nvPr>
            <p:ph idx="1"/>
          </p:nvPr>
        </p:nvSpPr>
        <p:spPr>
          <a:xfrm>
            <a:off x="838200" y="1825625"/>
            <a:ext cx="10515600" cy="1414436"/>
          </a:xfrm>
        </p:spPr>
        <p:txBody>
          <a:bodyPr>
            <a:normAutofit fontScale="85000" lnSpcReduction="20000"/>
          </a:bodyPr>
          <a:lstStyle/>
          <a:p>
            <a:r>
              <a:rPr lang="en-US" dirty="0"/>
              <a:t>Generating provenance is </a:t>
            </a:r>
            <a:r>
              <a:rPr lang="en-US" b="1" dirty="0"/>
              <a:t>easy </a:t>
            </a:r>
            <a:r>
              <a:rPr lang="en-US" dirty="0"/>
              <a:t>(lots of sources)</a:t>
            </a:r>
            <a:endParaRPr lang="en-US" b="1" dirty="0"/>
          </a:p>
          <a:p>
            <a:r>
              <a:rPr lang="en-US" dirty="0"/>
              <a:t>Capturing provenance is </a:t>
            </a:r>
            <a:r>
              <a:rPr lang="en-US" b="1" dirty="0"/>
              <a:t>hard </a:t>
            </a:r>
            <a:r>
              <a:rPr lang="en-US" dirty="0"/>
              <a:t>(lots to sift through)</a:t>
            </a:r>
            <a:endParaRPr lang="en-US" b="1" dirty="0"/>
          </a:p>
          <a:p>
            <a:r>
              <a:rPr lang="en-US" dirty="0"/>
              <a:t>Actively using provenance is </a:t>
            </a:r>
            <a:r>
              <a:rPr lang="en-US" b="1" dirty="0"/>
              <a:t>hardest </a:t>
            </a:r>
            <a:r>
              <a:rPr lang="en-US" dirty="0"/>
              <a:t>(lots to ask)</a:t>
            </a:r>
            <a:endParaRPr lang="en-US" b="1" dirty="0"/>
          </a:p>
          <a:p>
            <a:pPr lvl="1"/>
            <a:r>
              <a:rPr lang="en-US" dirty="0"/>
              <a:t>Usually dictated by personal or business concerns</a:t>
            </a:r>
          </a:p>
        </p:txBody>
      </p:sp>
      <p:sp>
        <p:nvSpPr>
          <p:cNvPr id="4" name="Date Placeholder 3">
            <a:extLst>
              <a:ext uri="{FF2B5EF4-FFF2-40B4-BE49-F238E27FC236}">
                <a16:creationId xmlns:a16="http://schemas.microsoft.com/office/drawing/2014/main" id="{37858F88-ECDC-EC98-9F9D-E6C4FD14C924}"/>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A3242569-D52C-E608-0A3D-ADC450082D26}"/>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A4FB4143-6113-BF78-3772-BFB2C2BEAF47}"/>
              </a:ext>
            </a:extLst>
          </p:cNvPr>
          <p:cNvSpPr>
            <a:spLocks noGrp="1"/>
          </p:cNvSpPr>
          <p:nvPr>
            <p:ph type="sldNum" sz="quarter" idx="12"/>
          </p:nvPr>
        </p:nvSpPr>
        <p:spPr/>
        <p:txBody>
          <a:bodyPr/>
          <a:lstStyle/>
          <a:p>
            <a:fld id="{C473A0A6-EC25-4F79-943E-C6FB53EAB36C}" type="slidenum">
              <a:rPr lang="en-US" smtClean="0"/>
              <a:t>19</a:t>
            </a:fld>
            <a:endParaRPr lang="en-US"/>
          </a:p>
        </p:txBody>
      </p:sp>
      <p:pic>
        <p:nvPicPr>
          <p:cNvPr id="7" name="Picture 6" descr="A black background with white rectangles&#10;&#10;AI-generated content may be incorrect.">
            <a:extLst>
              <a:ext uri="{FF2B5EF4-FFF2-40B4-BE49-F238E27FC236}">
                <a16:creationId xmlns:a16="http://schemas.microsoft.com/office/drawing/2014/main" id="{AC434BAC-D279-CA44-47FD-D7A4AB34D4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08805" y="3282561"/>
            <a:ext cx="7974390" cy="3048831"/>
          </a:xfrm>
          <a:prstGeom prst="rect">
            <a:avLst/>
          </a:prstGeom>
          <a:noFill/>
          <a:ln>
            <a:noFill/>
          </a:ln>
        </p:spPr>
      </p:pic>
      <p:sp>
        <p:nvSpPr>
          <p:cNvPr id="13" name="TextBox 12">
            <a:extLst>
              <a:ext uri="{FF2B5EF4-FFF2-40B4-BE49-F238E27FC236}">
                <a16:creationId xmlns:a16="http://schemas.microsoft.com/office/drawing/2014/main" id="{772A98C2-7FFA-4373-AEBA-027FE7191206}"/>
              </a:ext>
            </a:extLst>
          </p:cNvPr>
          <p:cNvSpPr txBox="1"/>
          <p:nvPr/>
        </p:nvSpPr>
        <p:spPr>
          <a:xfrm>
            <a:off x="3948600" y="6073448"/>
            <a:ext cx="8409600" cy="215444"/>
          </a:xfrm>
          <a:prstGeom prst="rect">
            <a:avLst/>
          </a:prstGeom>
          <a:noFill/>
        </p:spPr>
        <p:txBody>
          <a:bodyPr wrap="square">
            <a:spAutoFit/>
          </a:bodyPr>
          <a:lstStyle/>
          <a:p>
            <a:r>
              <a:rPr lang="en-US" sz="800" i="1" dirty="0"/>
              <a:t>Simmhan, Yogesh L., Beth </a:t>
            </a:r>
            <a:r>
              <a:rPr lang="en-US" sz="800" i="1" dirty="0" err="1"/>
              <a:t>Plale</a:t>
            </a:r>
            <a:r>
              <a:rPr lang="en-US" sz="800" i="1" dirty="0"/>
              <a:t>, and Dennis Gannon. "A survey of data provenance techniques." Computer Science Department, Indiana University, Bloomington IN 47405 (2005): 69.</a:t>
            </a:r>
          </a:p>
        </p:txBody>
      </p:sp>
      <p:sp>
        <p:nvSpPr>
          <p:cNvPr id="14" name="Oval 13">
            <a:extLst>
              <a:ext uri="{FF2B5EF4-FFF2-40B4-BE49-F238E27FC236}">
                <a16:creationId xmlns:a16="http://schemas.microsoft.com/office/drawing/2014/main" id="{3AF3BF7C-9735-6369-F133-555D134DFF9F}"/>
              </a:ext>
            </a:extLst>
          </p:cNvPr>
          <p:cNvSpPr/>
          <p:nvPr/>
        </p:nvSpPr>
        <p:spPr>
          <a:xfrm rot="1191080">
            <a:off x="8909787" y="3833061"/>
            <a:ext cx="1363980" cy="2000785"/>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3225485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2AA14-F4AA-7495-4F07-4D26E5989A12}"/>
              </a:ext>
            </a:extLst>
          </p:cNvPr>
          <p:cNvSpPr>
            <a:spLocks noGrp="1"/>
          </p:cNvSpPr>
          <p:nvPr>
            <p:ph type="title"/>
          </p:nvPr>
        </p:nvSpPr>
        <p:spPr/>
        <p:txBody>
          <a:bodyPr/>
          <a:lstStyle/>
          <a:p>
            <a:r>
              <a:rPr lang="en-US" dirty="0"/>
              <a:t>Background: MLLMs</a:t>
            </a:r>
          </a:p>
        </p:txBody>
      </p:sp>
      <p:sp>
        <p:nvSpPr>
          <p:cNvPr id="3" name="Content Placeholder 2">
            <a:extLst>
              <a:ext uri="{FF2B5EF4-FFF2-40B4-BE49-F238E27FC236}">
                <a16:creationId xmlns:a16="http://schemas.microsoft.com/office/drawing/2014/main" id="{B3E5F1F0-B563-35DA-38A1-4E8FE126E27E}"/>
              </a:ext>
            </a:extLst>
          </p:cNvPr>
          <p:cNvSpPr>
            <a:spLocks noGrp="1"/>
          </p:cNvSpPr>
          <p:nvPr>
            <p:ph idx="1"/>
          </p:nvPr>
        </p:nvSpPr>
        <p:spPr>
          <a:xfrm>
            <a:off x="838200" y="1825625"/>
            <a:ext cx="5494020" cy="4351338"/>
          </a:xfrm>
        </p:spPr>
        <p:txBody>
          <a:bodyPr>
            <a:normAutofit fontScale="85000" lnSpcReduction="10000"/>
          </a:bodyPr>
          <a:lstStyle/>
          <a:p>
            <a:pPr algn="just"/>
            <a:r>
              <a:rPr lang="en-US" b="1" dirty="0"/>
              <a:t>Rise of LLMs</a:t>
            </a:r>
            <a:r>
              <a:rPr lang="en-US" dirty="0"/>
              <a:t>: language models evolved from probabilistic to powerful transformer architectures like GPT</a:t>
            </a:r>
          </a:p>
          <a:p>
            <a:pPr algn="just"/>
            <a:r>
              <a:rPr lang="en-US" b="1" dirty="0"/>
              <a:t>Prompt engineering</a:t>
            </a:r>
            <a:r>
              <a:rPr lang="en-US" dirty="0"/>
              <a:t>: steering LLM output effectively requires prompt techniques to minimize hallucinations</a:t>
            </a:r>
          </a:p>
          <a:p>
            <a:pPr algn="just"/>
            <a:r>
              <a:rPr lang="en-US" b="1" dirty="0"/>
              <a:t>Retrieval-Augmented Generation (RAG)</a:t>
            </a:r>
            <a:r>
              <a:rPr lang="en-US" dirty="0"/>
              <a:t>: combining external knowledge with models improves explainability, especially with structured KGs</a:t>
            </a:r>
          </a:p>
          <a:p>
            <a:pPr algn="just"/>
            <a:r>
              <a:rPr lang="en-US" b="1" dirty="0"/>
              <a:t>Multimodal capabilities</a:t>
            </a:r>
            <a:r>
              <a:rPr lang="en-US" dirty="0"/>
              <a:t>: MLLMs can reason across text and images</a:t>
            </a:r>
          </a:p>
        </p:txBody>
      </p:sp>
      <p:sp>
        <p:nvSpPr>
          <p:cNvPr id="4" name="Date Placeholder 3">
            <a:extLst>
              <a:ext uri="{FF2B5EF4-FFF2-40B4-BE49-F238E27FC236}">
                <a16:creationId xmlns:a16="http://schemas.microsoft.com/office/drawing/2014/main" id="{EC52DEC1-AF16-9447-0632-54DC39BD5440}"/>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D4C25922-1DB3-C00A-EBD4-1B349EC68B63}"/>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A59820B8-6553-44B7-D54F-E78AF05187C8}"/>
              </a:ext>
            </a:extLst>
          </p:cNvPr>
          <p:cNvSpPr>
            <a:spLocks noGrp="1"/>
          </p:cNvSpPr>
          <p:nvPr>
            <p:ph type="sldNum" sz="quarter" idx="12"/>
          </p:nvPr>
        </p:nvSpPr>
        <p:spPr/>
        <p:txBody>
          <a:bodyPr/>
          <a:lstStyle/>
          <a:p>
            <a:fld id="{C473A0A6-EC25-4F79-943E-C6FB53EAB36C}" type="slidenum">
              <a:rPr lang="en-US" smtClean="0"/>
              <a:t>20</a:t>
            </a:fld>
            <a:endParaRPr lang="en-US"/>
          </a:p>
        </p:txBody>
      </p:sp>
      <p:pic>
        <p:nvPicPr>
          <p:cNvPr id="7" name="Picture 6" descr="A diagram of a tree&#10;&#10;Description automatically generated">
            <a:extLst>
              <a:ext uri="{FF2B5EF4-FFF2-40B4-BE49-F238E27FC236}">
                <a16:creationId xmlns:a16="http://schemas.microsoft.com/office/drawing/2014/main" id="{1907A611-492A-2526-035A-74A16D6AC2A5}"/>
              </a:ext>
            </a:extLst>
          </p:cNvPr>
          <p:cNvPicPr>
            <a:picLocks noChangeAspect="1"/>
          </p:cNvPicPr>
          <p:nvPr/>
        </p:nvPicPr>
        <p:blipFill rotWithShape="1">
          <a:blip r:embed="rId2">
            <a:extLst>
              <a:ext uri="{28A0092B-C50C-407E-A947-70E740481C1C}">
                <a14:useLocalDpi xmlns:a14="http://schemas.microsoft.com/office/drawing/2010/main" val="0"/>
              </a:ext>
            </a:extLst>
          </a:blip>
          <a:srcRect r="2837" b="3600"/>
          <a:stretch/>
        </p:blipFill>
        <p:spPr bwMode="auto">
          <a:xfrm>
            <a:off x="6332220" y="1194752"/>
            <a:ext cx="5729923" cy="4468495"/>
          </a:xfrm>
          <a:prstGeom prst="rect">
            <a:avLst/>
          </a:prstGeom>
          <a:noFill/>
          <a:ln>
            <a:noFill/>
          </a:ln>
          <a:extLst>
            <a:ext uri="{53640926-AAD7-44D8-BBD7-CCE9431645EC}">
              <a14:shadowObscured xmlns:a14="http://schemas.microsoft.com/office/drawing/2010/main"/>
            </a:ext>
          </a:extLst>
        </p:spPr>
      </p:pic>
      <p:sp>
        <p:nvSpPr>
          <p:cNvPr id="13" name="TextBox 12">
            <a:extLst>
              <a:ext uri="{FF2B5EF4-FFF2-40B4-BE49-F238E27FC236}">
                <a16:creationId xmlns:a16="http://schemas.microsoft.com/office/drawing/2014/main" id="{D1AD713B-E9D9-D40C-130A-A4A0DECBF146}"/>
              </a:ext>
            </a:extLst>
          </p:cNvPr>
          <p:cNvSpPr txBox="1"/>
          <p:nvPr/>
        </p:nvSpPr>
        <p:spPr>
          <a:xfrm>
            <a:off x="6701631" y="5720050"/>
            <a:ext cx="4991100" cy="400110"/>
          </a:xfrm>
          <a:prstGeom prst="rect">
            <a:avLst/>
          </a:prstGeom>
          <a:noFill/>
        </p:spPr>
        <p:txBody>
          <a:bodyPr wrap="square">
            <a:spAutoFit/>
          </a:bodyPr>
          <a:lstStyle/>
          <a:p>
            <a:r>
              <a:rPr lang="en-US" sz="1000" i="1" dirty="0"/>
              <a:t>Yang, </a:t>
            </a:r>
            <a:r>
              <a:rPr lang="en-US" sz="1000" i="1" dirty="0" err="1"/>
              <a:t>Jingfeng</a:t>
            </a:r>
            <a:r>
              <a:rPr lang="en-US" sz="1000" i="1" dirty="0"/>
              <a:t>, et al. "Harnessing the power of </a:t>
            </a:r>
            <a:r>
              <a:rPr lang="en-US" sz="1000" i="1" dirty="0" err="1"/>
              <a:t>llms</a:t>
            </a:r>
            <a:r>
              <a:rPr lang="en-US" sz="1000" i="1" dirty="0"/>
              <a:t> in practice: A survey on </a:t>
            </a:r>
            <a:r>
              <a:rPr lang="en-US" sz="1000" i="1" dirty="0" err="1"/>
              <a:t>chatgpt</a:t>
            </a:r>
            <a:r>
              <a:rPr lang="en-US" sz="1000" i="1" dirty="0"/>
              <a:t> and beyond." ACM Transactions on Knowledge Discovery from Data 18.6 (2024): 1-32.</a:t>
            </a:r>
          </a:p>
        </p:txBody>
      </p:sp>
    </p:spTree>
    <p:extLst>
      <p:ext uri="{BB962C8B-B14F-4D97-AF65-F5344CB8AC3E}">
        <p14:creationId xmlns:p14="http://schemas.microsoft.com/office/powerpoint/2010/main" val="1033971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B56F1-09C8-00D4-224C-67A596DA0551}"/>
              </a:ext>
            </a:extLst>
          </p:cNvPr>
          <p:cNvSpPr>
            <a:spLocks noGrp="1"/>
          </p:cNvSpPr>
          <p:nvPr>
            <p:ph type="title"/>
          </p:nvPr>
        </p:nvSpPr>
        <p:spPr/>
        <p:txBody>
          <a:bodyPr/>
          <a:lstStyle/>
          <a:p>
            <a:r>
              <a:rPr lang="en-US" dirty="0"/>
              <a:t>Background: KGs + LLMs</a:t>
            </a:r>
          </a:p>
        </p:txBody>
      </p:sp>
      <p:sp>
        <p:nvSpPr>
          <p:cNvPr id="3" name="Content Placeholder 2">
            <a:extLst>
              <a:ext uri="{FF2B5EF4-FFF2-40B4-BE49-F238E27FC236}">
                <a16:creationId xmlns:a16="http://schemas.microsoft.com/office/drawing/2014/main" id="{780B28BC-BCED-0222-32A1-EA392BB93357}"/>
              </a:ext>
            </a:extLst>
          </p:cNvPr>
          <p:cNvSpPr>
            <a:spLocks noGrp="1"/>
          </p:cNvSpPr>
          <p:nvPr>
            <p:ph idx="1"/>
          </p:nvPr>
        </p:nvSpPr>
        <p:spPr>
          <a:xfrm>
            <a:off x="838200" y="1825625"/>
            <a:ext cx="10515600" cy="2475071"/>
          </a:xfrm>
        </p:spPr>
        <p:txBody>
          <a:bodyPr>
            <a:normAutofit fontScale="85000" lnSpcReduction="10000"/>
          </a:bodyPr>
          <a:lstStyle/>
          <a:p>
            <a:pPr algn="just"/>
            <a:r>
              <a:rPr lang="en-US" b="1" dirty="0"/>
              <a:t>Complementary strengths</a:t>
            </a:r>
            <a:r>
              <a:rPr lang="en-US" dirty="0"/>
              <a:t>: KGs offer structured knowledge while LLMs bring generalization; together, they allow traceable, explainable representations of development processes</a:t>
            </a:r>
          </a:p>
          <a:p>
            <a:pPr algn="just"/>
            <a:r>
              <a:rPr lang="en-US" b="1" dirty="0"/>
              <a:t>Synergistic architectures</a:t>
            </a:r>
            <a:r>
              <a:rPr lang="en-US" dirty="0"/>
              <a:t>: current models integrate KGs and LLMs with RAG, probing, or co-training, improving reasoning and reducing hallucinations</a:t>
            </a:r>
          </a:p>
          <a:p>
            <a:pPr algn="just"/>
            <a:r>
              <a:rPr lang="en-US" b="1" dirty="0"/>
              <a:t>Hierarchical reasoning</a:t>
            </a:r>
            <a:r>
              <a:rPr lang="en-US" dirty="0"/>
              <a:t>: both natural language and software artifacts follow hierarchical patterns, which aligns well with taxonomy-driven KGs</a:t>
            </a:r>
          </a:p>
        </p:txBody>
      </p:sp>
      <p:sp>
        <p:nvSpPr>
          <p:cNvPr id="4" name="Date Placeholder 3">
            <a:extLst>
              <a:ext uri="{FF2B5EF4-FFF2-40B4-BE49-F238E27FC236}">
                <a16:creationId xmlns:a16="http://schemas.microsoft.com/office/drawing/2014/main" id="{95C1ACB3-5885-D391-B5D4-F8B86580971A}"/>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AED817D3-1286-EF14-68C2-A7A6EA437E52}"/>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B6FB3FAC-CAE3-7B57-7C0D-49786BF8EFE8}"/>
              </a:ext>
            </a:extLst>
          </p:cNvPr>
          <p:cNvSpPr>
            <a:spLocks noGrp="1"/>
          </p:cNvSpPr>
          <p:nvPr>
            <p:ph type="sldNum" sz="quarter" idx="12"/>
          </p:nvPr>
        </p:nvSpPr>
        <p:spPr/>
        <p:txBody>
          <a:bodyPr/>
          <a:lstStyle/>
          <a:p>
            <a:fld id="{C473A0A6-EC25-4F79-943E-C6FB53EAB36C}" type="slidenum">
              <a:rPr lang="en-US" smtClean="0"/>
              <a:t>21</a:t>
            </a:fld>
            <a:endParaRPr lang="en-US"/>
          </a:p>
        </p:txBody>
      </p:sp>
      <p:pic>
        <p:nvPicPr>
          <p:cNvPr id="7" name="Picture 6" descr="A diagram of a diagram&#10;&#10;Description automatically generated">
            <a:extLst>
              <a:ext uri="{FF2B5EF4-FFF2-40B4-BE49-F238E27FC236}">
                <a16:creationId xmlns:a16="http://schemas.microsoft.com/office/drawing/2014/main" id="{37860375-75DA-66BA-C9AF-EAFCEC2863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300696"/>
            <a:ext cx="7561693" cy="2009934"/>
          </a:xfrm>
          <a:prstGeom prst="rect">
            <a:avLst/>
          </a:prstGeom>
          <a:noFill/>
          <a:ln>
            <a:noFill/>
          </a:ln>
        </p:spPr>
      </p:pic>
      <p:sp>
        <p:nvSpPr>
          <p:cNvPr id="9" name="TextBox 8">
            <a:extLst>
              <a:ext uri="{FF2B5EF4-FFF2-40B4-BE49-F238E27FC236}">
                <a16:creationId xmlns:a16="http://schemas.microsoft.com/office/drawing/2014/main" id="{F5A754D3-9DA6-082B-8A82-C483EA841378}"/>
              </a:ext>
            </a:extLst>
          </p:cNvPr>
          <p:cNvSpPr txBox="1"/>
          <p:nvPr/>
        </p:nvSpPr>
        <p:spPr>
          <a:xfrm>
            <a:off x="8859359" y="4836303"/>
            <a:ext cx="2674620" cy="938719"/>
          </a:xfrm>
          <a:prstGeom prst="rect">
            <a:avLst/>
          </a:prstGeom>
          <a:noFill/>
        </p:spPr>
        <p:txBody>
          <a:bodyPr wrap="square">
            <a:spAutoFit/>
          </a:bodyPr>
          <a:lstStyle/>
          <a:p>
            <a:pPr algn="just"/>
            <a:r>
              <a:rPr lang="en-US" sz="1100" i="1" dirty="0"/>
              <a:t>Pan, </a:t>
            </a:r>
            <a:r>
              <a:rPr lang="en-US" sz="1100" i="1" dirty="0" err="1"/>
              <a:t>Shirui</a:t>
            </a:r>
            <a:r>
              <a:rPr lang="en-US" sz="1100" i="1" dirty="0"/>
              <a:t>, et al. "Unifying large language models and knowledge graphs: A roadmap." IEEE Transactions on Knowledge and Data Engineering 36.7 (2024): 3580-3599.</a:t>
            </a:r>
          </a:p>
        </p:txBody>
      </p:sp>
    </p:spTree>
    <p:extLst>
      <p:ext uri="{BB962C8B-B14F-4D97-AF65-F5344CB8AC3E}">
        <p14:creationId xmlns:p14="http://schemas.microsoft.com/office/powerpoint/2010/main" val="471721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64AD6-AFE1-10B3-7945-E37A53587E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C16D72-B47C-B80F-BF1D-482185E43113}"/>
              </a:ext>
            </a:extLst>
          </p:cNvPr>
          <p:cNvSpPr>
            <a:spLocks noGrp="1"/>
          </p:cNvSpPr>
          <p:nvPr>
            <p:ph idx="1"/>
          </p:nvPr>
        </p:nvSpPr>
        <p:spPr>
          <a:xfrm>
            <a:off x="838200" y="3051000"/>
            <a:ext cx="10515600" cy="756000"/>
          </a:xfrm>
        </p:spPr>
        <p:txBody>
          <a:bodyPr>
            <a:normAutofit/>
          </a:bodyPr>
          <a:lstStyle/>
          <a:p>
            <a:pPr marL="0" indent="0" algn="ctr">
              <a:buNone/>
            </a:pPr>
            <a:r>
              <a:rPr lang="en-US" sz="4000" dirty="0"/>
              <a:t>Dissertation Implementation</a:t>
            </a:r>
          </a:p>
        </p:txBody>
      </p:sp>
      <p:sp>
        <p:nvSpPr>
          <p:cNvPr id="4" name="Date Placeholder 3">
            <a:extLst>
              <a:ext uri="{FF2B5EF4-FFF2-40B4-BE49-F238E27FC236}">
                <a16:creationId xmlns:a16="http://schemas.microsoft.com/office/drawing/2014/main" id="{8DD144FE-2212-59E4-ABB2-5EEC008AA048}"/>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C879CA46-7431-DCD6-EA75-2622ECAF5B7F}"/>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0C5B8CED-F502-9EA1-F53C-9E0BB52F6BBE}"/>
              </a:ext>
            </a:extLst>
          </p:cNvPr>
          <p:cNvSpPr>
            <a:spLocks noGrp="1"/>
          </p:cNvSpPr>
          <p:nvPr>
            <p:ph type="sldNum" sz="quarter" idx="12"/>
          </p:nvPr>
        </p:nvSpPr>
        <p:spPr/>
        <p:txBody>
          <a:bodyPr/>
          <a:lstStyle/>
          <a:p>
            <a:fld id="{C473A0A6-EC25-4F79-943E-C6FB53EAB36C}" type="slidenum">
              <a:rPr lang="en-US" smtClean="0"/>
              <a:t>22</a:t>
            </a:fld>
            <a:endParaRPr lang="en-US"/>
          </a:p>
        </p:txBody>
      </p:sp>
    </p:spTree>
    <p:extLst>
      <p:ext uri="{BB962C8B-B14F-4D97-AF65-F5344CB8AC3E}">
        <p14:creationId xmlns:p14="http://schemas.microsoft.com/office/powerpoint/2010/main" val="2652499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AD69E-36FB-BCDF-D521-6FEC34FB6BCD}"/>
              </a:ext>
            </a:extLst>
          </p:cNvPr>
          <p:cNvSpPr>
            <a:spLocks noGrp="1"/>
          </p:cNvSpPr>
          <p:nvPr>
            <p:ph type="title"/>
          </p:nvPr>
        </p:nvSpPr>
        <p:spPr/>
        <p:txBody>
          <a:bodyPr/>
          <a:lstStyle/>
          <a:p>
            <a:r>
              <a:rPr lang="en-US" dirty="0"/>
              <a:t>ProvTracer</a:t>
            </a:r>
          </a:p>
        </p:txBody>
      </p:sp>
      <p:sp>
        <p:nvSpPr>
          <p:cNvPr id="3" name="Content Placeholder 2">
            <a:extLst>
              <a:ext uri="{FF2B5EF4-FFF2-40B4-BE49-F238E27FC236}">
                <a16:creationId xmlns:a16="http://schemas.microsoft.com/office/drawing/2014/main" id="{EF8CCFED-E3F4-6361-158C-D6CF113750D8}"/>
              </a:ext>
            </a:extLst>
          </p:cNvPr>
          <p:cNvSpPr>
            <a:spLocks noGrp="1"/>
          </p:cNvSpPr>
          <p:nvPr>
            <p:ph idx="1"/>
          </p:nvPr>
        </p:nvSpPr>
        <p:spPr/>
        <p:txBody>
          <a:bodyPr>
            <a:normAutofit/>
          </a:bodyPr>
          <a:lstStyle/>
          <a:p>
            <a:pPr algn="just"/>
            <a:r>
              <a:rPr lang="en-US" b="1" dirty="0"/>
              <a:t>Purpose</a:t>
            </a:r>
            <a:r>
              <a:rPr lang="en-US" dirty="0"/>
              <a:t>: automates digital provenance capture by reconciling traceability (software engineering) with provenance (Semantic Web) via MLLMs and KGs</a:t>
            </a:r>
          </a:p>
          <a:p>
            <a:pPr algn="just"/>
            <a:r>
              <a:rPr lang="en-US" b="1" dirty="0"/>
              <a:t>Implementation</a:t>
            </a:r>
            <a:r>
              <a:rPr lang="en-US" dirty="0"/>
              <a:t>: written in Python using open-source libraries means low overhead and modularity</a:t>
            </a:r>
          </a:p>
          <a:p>
            <a:pPr algn="just"/>
            <a:r>
              <a:rPr lang="en-US" b="1" dirty="0"/>
              <a:t>Core</a:t>
            </a:r>
            <a:r>
              <a:rPr lang="en-US" dirty="0"/>
              <a:t> </a:t>
            </a:r>
            <a:r>
              <a:rPr lang="en-US" b="1" dirty="0"/>
              <a:t>Function</a:t>
            </a:r>
            <a:r>
              <a:rPr lang="en-US" dirty="0"/>
              <a:t>: captures screenshots and selected contexts at intervals, sends to MLLM, captures natural language traces</a:t>
            </a:r>
          </a:p>
          <a:p>
            <a:pPr algn="just"/>
            <a:r>
              <a:rPr lang="en-US" b="1" dirty="0"/>
              <a:t>Output</a:t>
            </a:r>
            <a:r>
              <a:rPr lang="en-US" dirty="0"/>
              <a:t>: generates structured knowledge graphs in PROV-O + BFO; supports SPARQL querying and natural language RAG interrogation</a:t>
            </a:r>
          </a:p>
        </p:txBody>
      </p:sp>
      <p:sp>
        <p:nvSpPr>
          <p:cNvPr id="4" name="Date Placeholder 3">
            <a:extLst>
              <a:ext uri="{FF2B5EF4-FFF2-40B4-BE49-F238E27FC236}">
                <a16:creationId xmlns:a16="http://schemas.microsoft.com/office/drawing/2014/main" id="{FC1B0ACA-0498-581A-528F-3D8353C3CE6F}"/>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D34BB05F-E414-E504-E803-E455C585D4FE}"/>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6143CC50-0BF9-5185-09D9-EEA4024AA144}"/>
              </a:ext>
            </a:extLst>
          </p:cNvPr>
          <p:cNvSpPr>
            <a:spLocks noGrp="1"/>
          </p:cNvSpPr>
          <p:nvPr>
            <p:ph type="sldNum" sz="quarter" idx="12"/>
          </p:nvPr>
        </p:nvSpPr>
        <p:spPr/>
        <p:txBody>
          <a:bodyPr/>
          <a:lstStyle/>
          <a:p>
            <a:fld id="{C473A0A6-EC25-4F79-943E-C6FB53EAB36C}" type="slidenum">
              <a:rPr lang="en-US" smtClean="0"/>
              <a:t>23</a:t>
            </a:fld>
            <a:endParaRPr lang="en-US"/>
          </a:p>
        </p:txBody>
      </p:sp>
      <p:pic>
        <p:nvPicPr>
          <p:cNvPr id="3074" name="Picture 2" descr="ProvTracer Logo">
            <a:extLst>
              <a:ext uri="{FF2B5EF4-FFF2-40B4-BE49-F238E27FC236}">
                <a16:creationId xmlns:a16="http://schemas.microsoft.com/office/drawing/2014/main" id="{EE26DC6E-4BF7-4E9A-E1A0-74E385A74A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8917" y="100002"/>
            <a:ext cx="1584943" cy="1590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335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0D312-9735-8E85-5571-108EEB8BCF10}"/>
              </a:ext>
            </a:extLst>
          </p:cNvPr>
          <p:cNvSpPr>
            <a:spLocks noGrp="1"/>
          </p:cNvSpPr>
          <p:nvPr>
            <p:ph type="title"/>
          </p:nvPr>
        </p:nvSpPr>
        <p:spPr/>
        <p:txBody>
          <a:bodyPr/>
          <a:lstStyle/>
          <a:p>
            <a:r>
              <a:rPr lang="en-US" dirty="0"/>
              <a:t>ProvTracer: Use Cases</a:t>
            </a:r>
          </a:p>
        </p:txBody>
      </p:sp>
      <p:sp>
        <p:nvSpPr>
          <p:cNvPr id="3" name="Content Placeholder 2">
            <a:extLst>
              <a:ext uri="{FF2B5EF4-FFF2-40B4-BE49-F238E27FC236}">
                <a16:creationId xmlns:a16="http://schemas.microsoft.com/office/drawing/2014/main" id="{57063765-D8DC-AA59-BEF0-AE3AE86A40E3}"/>
              </a:ext>
            </a:extLst>
          </p:cNvPr>
          <p:cNvSpPr>
            <a:spLocks noGrp="1"/>
          </p:cNvSpPr>
          <p:nvPr>
            <p:ph idx="1"/>
          </p:nvPr>
        </p:nvSpPr>
        <p:spPr>
          <a:xfrm>
            <a:off x="838200" y="1825625"/>
            <a:ext cx="5194465" cy="4351338"/>
          </a:xfrm>
        </p:spPr>
        <p:txBody>
          <a:bodyPr>
            <a:normAutofit lnSpcReduction="10000"/>
          </a:bodyPr>
          <a:lstStyle/>
          <a:p>
            <a:pPr algn="just"/>
            <a:r>
              <a:rPr lang="en-US" b="1" dirty="0"/>
              <a:t>Capturing provenance</a:t>
            </a:r>
            <a:r>
              <a:rPr lang="en-US" dirty="0"/>
              <a:t>: a user starts a session, picks what context they want, e.g., mouse events, and ProvTracer records it into a KG</a:t>
            </a:r>
          </a:p>
          <a:p>
            <a:pPr algn="just"/>
            <a:r>
              <a:rPr lang="en-US" b="1" dirty="0"/>
              <a:t>Asking questions later</a:t>
            </a:r>
            <a:r>
              <a:rPr lang="en-US" dirty="0"/>
              <a:t>: after the session, the user can explore the output in two ways:</a:t>
            </a:r>
          </a:p>
          <a:p>
            <a:pPr lvl="1" algn="just"/>
            <a:r>
              <a:rPr lang="en-US" dirty="0"/>
              <a:t>Graph database for querying in SPARQL</a:t>
            </a:r>
          </a:p>
          <a:p>
            <a:pPr lvl="1" algn="just"/>
            <a:r>
              <a:rPr lang="en-US"/>
              <a:t>Asking </a:t>
            </a:r>
            <a:r>
              <a:rPr lang="en-US" dirty="0"/>
              <a:t>a language model directly</a:t>
            </a:r>
          </a:p>
        </p:txBody>
      </p:sp>
      <p:sp>
        <p:nvSpPr>
          <p:cNvPr id="4" name="Date Placeholder 3">
            <a:extLst>
              <a:ext uri="{FF2B5EF4-FFF2-40B4-BE49-F238E27FC236}">
                <a16:creationId xmlns:a16="http://schemas.microsoft.com/office/drawing/2014/main" id="{EC4673A1-B2F4-F501-88F0-ABD9B4E777EB}"/>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7E1F095B-B83B-372A-62C2-AE533B0F45F4}"/>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CA65C5C9-7594-2CD4-5DF3-A03E49CA2281}"/>
              </a:ext>
            </a:extLst>
          </p:cNvPr>
          <p:cNvSpPr>
            <a:spLocks noGrp="1"/>
          </p:cNvSpPr>
          <p:nvPr>
            <p:ph type="sldNum" sz="quarter" idx="12"/>
          </p:nvPr>
        </p:nvSpPr>
        <p:spPr/>
        <p:txBody>
          <a:bodyPr/>
          <a:lstStyle/>
          <a:p>
            <a:fld id="{C473A0A6-EC25-4F79-943E-C6FB53EAB36C}" type="slidenum">
              <a:rPr lang="en-US" smtClean="0"/>
              <a:t>24</a:t>
            </a:fld>
            <a:endParaRPr lang="en-US"/>
          </a:p>
        </p:txBody>
      </p:sp>
      <p:pic>
        <p:nvPicPr>
          <p:cNvPr id="7" name="Picture 6" descr="A diagram of a record&#10;&#10;AI-generated content may be incorrect.">
            <a:extLst>
              <a:ext uri="{FF2B5EF4-FFF2-40B4-BE49-F238E27FC236}">
                <a16:creationId xmlns:a16="http://schemas.microsoft.com/office/drawing/2014/main" id="{F1B94E63-CAD7-13CD-6E35-93E1C0DC33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508601"/>
            <a:ext cx="5890656" cy="4428962"/>
          </a:xfrm>
          <a:prstGeom prst="rect">
            <a:avLst/>
          </a:prstGeom>
          <a:noFill/>
          <a:ln>
            <a:noFill/>
          </a:ln>
        </p:spPr>
      </p:pic>
    </p:spTree>
    <p:extLst>
      <p:ext uri="{BB962C8B-B14F-4D97-AF65-F5344CB8AC3E}">
        <p14:creationId xmlns:p14="http://schemas.microsoft.com/office/powerpoint/2010/main" val="2900779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83626-83B1-4C97-189F-A34901CF2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580D0-FA78-0406-B4BA-F45616A38875}"/>
              </a:ext>
            </a:extLst>
          </p:cNvPr>
          <p:cNvSpPr>
            <a:spLocks noGrp="1"/>
          </p:cNvSpPr>
          <p:nvPr>
            <p:ph type="title"/>
          </p:nvPr>
        </p:nvSpPr>
        <p:spPr/>
        <p:txBody>
          <a:bodyPr/>
          <a:lstStyle/>
          <a:p>
            <a:r>
              <a:rPr lang="en-US" dirty="0"/>
              <a:t>ProvTracer: Context Sources</a:t>
            </a:r>
          </a:p>
        </p:txBody>
      </p:sp>
      <p:sp>
        <p:nvSpPr>
          <p:cNvPr id="3" name="Content Placeholder 2">
            <a:extLst>
              <a:ext uri="{FF2B5EF4-FFF2-40B4-BE49-F238E27FC236}">
                <a16:creationId xmlns:a16="http://schemas.microsoft.com/office/drawing/2014/main" id="{C36ADCE7-189D-3944-2181-FB998181C569}"/>
              </a:ext>
            </a:extLst>
          </p:cNvPr>
          <p:cNvSpPr>
            <a:spLocks noGrp="1"/>
          </p:cNvSpPr>
          <p:nvPr>
            <p:ph idx="1"/>
          </p:nvPr>
        </p:nvSpPr>
        <p:spPr>
          <a:xfrm>
            <a:off x="838200" y="1825625"/>
            <a:ext cx="10515600" cy="4351338"/>
          </a:xfrm>
        </p:spPr>
        <p:txBody>
          <a:bodyPr>
            <a:normAutofit/>
          </a:bodyPr>
          <a:lstStyle/>
          <a:p>
            <a:pPr algn="just"/>
            <a:r>
              <a:rPr lang="en-US" b="1" dirty="0"/>
              <a:t>Primer Context</a:t>
            </a:r>
            <a:r>
              <a:rPr lang="en-US" dirty="0"/>
              <a:t>: user describes planned work to the MLLM </a:t>
            </a:r>
          </a:p>
          <a:p>
            <a:pPr algn="just"/>
            <a:r>
              <a:rPr lang="en-US" b="1" dirty="0"/>
              <a:t>Mouse Events</a:t>
            </a:r>
            <a:r>
              <a:rPr lang="en-US" dirty="0"/>
              <a:t>: captures all mouse clicks since last screenshot</a:t>
            </a:r>
          </a:p>
          <a:p>
            <a:pPr algn="just"/>
            <a:r>
              <a:rPr lang="en-US" b="1" dirty="0"/>
              <a:t>Keyboard Events</a:t>
            </a:r>
            <a:r>
              <a:rPr lang="en-US" dirty="0"/>
              <a:t>: reconstructs input strings from aggregated keystrokes since last screenshot</a:t>
            </a:r>
          </a:p>
          <a:p>
            <a:pPr algn="just"/>
            <a:r>
              <a:rPr lang="en-US" b="1" dirty="0"/>
              <a:t>Window Events</a:t>
            </a:r>
            <a:r>
              <a:rPr lang="en-US" dirty="0"/>
              <a:t>: captures changes in active window titles since last screenshot</a:t>
            </a:r>
          </a:p>
          <a:p>
            <a:pPr algn="just"/>
            <a:r>
              <a:rPr lang="en-US" b="1" dirty="0"/>
              <a:t>Clipboard Events</a:t>
            </a:r>
            <a:r>
              <a:rPr lang="en-US" dirty="0"/>
              <a:t>: captures clipboard content since last screenshot</a:t>
            </a:r>
          </a:p>
        </p:txBody>
      </p:sp>
      <p:sp>
        <p:nvSpPr>
          <p:cNvPr id="4" name="Date Placeholder 3">
            <a:extLst>
              <a:ext uri="{FF2B5EF4-FFF2-40B4-BE49-F238E27FC236}">
                <a16:creationId xmlns:a16="http://schemas.microsoft.com/office/drawing/2014/main" id="{56092844-BF64-F42F-46E6-17E2C0B842C4}"/>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D59910F7-402F-A6CB-5948-FAFA65D3AFFB}"/>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25577C08-161D-EA1F-705D-1432376F1CB8}"/>
              </a:ext>
            </a:extLst>
          </p:cNvPr>
          <p:cNvSpPr>
            <a:spLocks noGrp="1"/>
          </p:cNvSpPr>
          <p:nvPr>
            <p:ph type="sldNum" sz="quarter" idx="12"/>
          </p:nvPr>
        </p:nvSpPr>
        <p:spPr/>
        <p:txBody>
          <a:bodyPr/>
          <a:lstStyle/>
          <a:p>
            <a:fld id="{C473A0A6-EC25-4F79-943E-C6FB53EAB36C}" type="slidenum">
              <a:rPr lang="en-US" smtClean="0"/>
              <a:t>25</a:t>
            </a:fld>
            <a:endParaRPr lang="en-US"/>
          </a:p>
        </p:txBody>
      </p:sp>
    </p:spTree>
    <p:extLst>
      <p:ext uri="{BB962C8B-B14F-4D97-AF65-F5344CB8AC3E}">
        <p14:creationId xmlns:p14="http://schemas.microsoft.com/office/powerpoint/2010/main" val="825362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FD6AB-3107-BC80-BA62-02080DCD1CD2}"/>
              </a:ext>
            </a:extLst>
          </p:cNvPr>
          <p:cNvSpPr>
            <a:spLocks noGrp="1"/>
          </p:cNvSpPr>
          <p:nvPr>
            <p:ph type="title"/>
          </p:nvPr>
        </p:nvSpPr>
        <p:spPr/>
        <p:txBody>
          <a:bodyPr/>
          <a:lstStyle/>
          <a:p>
            <a:r>
              <a:rPr lang="en-US" dirty="0"/>
              <a:t>ProvTracer: Threadpool</a:t>
            </a:r>
          </a:p>
        </p:txBody>
      </p:sp>
      <p:sp>
        <p:nvSpPr>
          <p:cNvPr id="3" name="Content Placeholder 2">
            <a:extLst>
              <a:ext uri="{FF2B5EF4-FFF2-40B4-BE49-F238E27FC236}">
                <a16:creationId xmlns:a16="http://schemas.microsoft.com/office/drawing/2014/main" id="{0CC67256-6364-AD0E-908D-59700F79887C}"/>
              </a:ext>
            </a:extLst>
          </p:cNvPr>
          <p:cNvSpPr>
            <a:spLocks noGrp="1"/>
          </p:cNvSpPr>
          <p:nvPr>
            <p:ph idx="1"/>
          </p:nvPr>
        </p:nvSpPr>
        <p:spPr>
          <a:xfrm>
            <a:off x="838200" y="1825625"/>
            <a:ext cx="5257800" cy="4351338"/>
          </a:xfrm>
        </p:spPr>
        <p:txBody>
          <a:bodyPr>
            <a:normAutofit/>
          </a:bodyPr>
          <a:lstStyle/>
          <a:p>
            <a:pPr algn="just"/>
            <a:r>
              <a:rPr lang="en-US" sz="2800" dirty="0"/>
              <a:t>ProvTracer operates on a threadpool</a:t>
            </a:r>
          </a:p>
          <a:p>
            <a:pPr algn="just"/>
            <a:r>
              <a:rPr lang="en-US" sz="2800" dirty="0"/>
              <a:t>Screenshot (timeslice packet) loop runs every 5 seconds</a:t>
            </a:r>
          </a:p>
          <a:p>
            <a:pPr lvl="1" algn="just"/>
            <a:r>
              <a:rPr lang="en-US" dirty="0"/>
              <a:t>We have, e.g., a threadpool of size 3</a:t>
            </a:r>
          </a:p>
          <a:p>
            <a:pPr lvl="1" algn="just"/>
            <a:r>
              <a:rPr lang="en-US" dirty="0"/>
              <a:t>Each thread awaits the MLLM response, which can take a variable amount of time</a:t>
            </a:r>
          </a:p>
          <a:p>
            <a:endParaRPr lang="en-US" dirty="0"/>
          </a:p>
        </p:txBody>
      </p:sp>
      <p:sp>
        <p:nvSpPr>
          <p:cNvPr id="4" name="Date Placeholder 3">
            <a:extLst>
              <a:ext uri="{FF2B5EF4-FFF2-40B4-BE49-F238E27FC236}">
                <a16:creationId xmlns:a16="http://schemas.microsoft.com/office/drawing/2014/main" id="{79FAE17B-55E3-CEE1-E7DB-5CB1C6C7D3D3}"/>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E8D756B0-9121-4770-B69E-02F9A811E910}"/>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165ED8AC-EAEF-087B-08E4-49503ABA1DC5}"/>
              </a:ext>
            </a:extLst>
          </p:cNvPr>
          <p:cNvSpPr>
            <a:spLocks noGrp="1"/>
          </p:cNvSpPr>
          <p:nvPr>
            <p:ph type="sldNum" sz="quarter" idx="12"/>
          </p:nvPr>
        </p:nvSpPr>
        <p:spPr/>
        <p:txBody>
          <a:bodyPr/>
          <a:lstStyle/>
          <a:p>
            <a:fld id="{C473A0A6-EC25-4F79-943E-C6FB53EAB36C}" type="slidenum">
              <a:rPr lang="en-US" smtClean="0"/>
              <a:t>26</a:t>
            </a:fld>
            <a:endParaRPr lang="en-US"/>
          </a:p>
        </p:txBody>
      </p:sp>
      <p:pic>
        <p:nvPicPr>
          <p:cNvPr id="7" name="Picture 6" descr="A black background with white text&#10;&#10;AI-generated content may be incorrect.">
            <a:extLst>
              <a:ext uri="{FF2B5EF4-FFF2-40B4-BE49-F238E27FC236}">
                <a16:creationId xmlns:a16="http://schemas.microsoft.com/office/drawing/2014/main" id="{47393311-4FEF-113D-20D6-60FDA25F244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18582" y="2167414"/>
            <a:ext cx="5817235" cy="3667760"/>
          </a:xfrm>
          <a:prstGeom prst="rect">
            <a:avLst/>
          </a:prstGeom>
          <a:noFill/>
          <a:ln>
            <a:noFill/>
          </a:ln>
        </p:spPr>
      </p:pic>
    </p:spTree>
    <p:extLst>
      <p:ext uri="{BB962C8B-B14F-4D97-AF65-F5344CB8AC3E}">
        <p14:creationId xmlns:p14="http://schemas.microsoft.com/office/powerpoint/2010/main" val="647332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171DB-08D4-2843-3998-5AADAB7E4271}"/>
              </a:ext>
            </a:extLst>
          </p:cNvPr>
          <p:cNvSpPr>
            <a:spLocks noGrp="1"/>
          </p:cNvSpPr>
          <p:nvPr>
            <p:ph type="title"/>
          </p:nvPr>
        </p:nvSpPr>
        <p:spPr/>
        <p:txBody>
          <a:bodyPr/>
          <a:lstStyle/>
          <a:p>
            <a:r>
              <a:rPr lang="en-US" dirty="0"/>
              <a:t>ProvTracer: Chosen MLLMs</a:t>
            </a:r>
          </a:p>
        </p:txBody>
      </p:sp>
      <p:sp>
        <p:nvSpPr>
          <p:cNvPr id="3" name="Content Placeholder 2">
            <a:extLst>
              <a:ext uri="{FF2B5EF4-FFF2-40B4-BE49-F238E27FC236}">
                <a16:creationId xmlns:a16="http://schemas.microsoft.com/office/drawing/2014/main" id="{87C44308-6F8A-99F4-E3D1-A060A71CFE2D}"/>
              </a:ext>
            </a:extLst>
          </p:cNvPr>
          <p:cNvSpPr>
            <a:spLocks noGrp="1"/>
          </p:cNvSpPr>
          <p:nvPr>
            <p:ph idx="1"/>
          </p:nvPr>
        </p:nvSpPr>
        <p:spPr>
          <a:xfrm>
            <a:off x="838200" y="1825625"/>
            <a:ext cx="6880200" cy="4351338"/>
          </a:xfrm>
        </p:spPr>
        <p:txBody>
          <a:bodyPr/>
          <a:lstStyle/>
          <a:p>
            <a:pPr algn="just"/>
            <a:r>
              <a:rPr lang="it-IT" dirty="0"/>
              <a:t>Three flagship OpenAI MLLMs were made available for use in ProvTracer</a:t>
            </a:r>
          </a:p>
          <a:p>
            <a:pPr algn="just"/>
            <a:r>
              <a:rPr lang="it-IT" dirty="0"/>
              <a:t>Average response times over 50 runs:</a:t>
            </a:r>
          </a:p>
          <a:p>
            <a:pPr lvl="1" algn="just"/>
            <a:r>
              <a:rPr lang="it-IT" b="1" dirty="0"/>
              <a:t>GPT-4-Turbo</a:t>
            </a:r>
            <a:r>
              <a:rPr lang="it-IT" dirty="0"/>
              <a:t>: 5.40 seconds</a:t>
            </a:r>
          </a:p>
          <a:p>
            <a:pPr lvl="1" algn="just"/>
            <a:r>
              <a:rPr lang="it-IT" b="1" dirty="0"/>
              <a:t>GPT-4o</a:t>
            </a:r>
            <a:r>
              <a:rPr lang="it-IT" dirty="0"/>
              <a:t>: 4.46 seconds</a:t>
            </a:r>
          </a:p>
          <a:p>
            <a:pPr lvl="1" algn="just"/>
            <a:r>
              <a:rPr lang="it-IT" b="1" dirty="0"/>
              <a:t>GPT-4o-mini</a:t>
            </a:r>
            <a:r>
              <a:rPr lang="it-IT" dirty="0"/>
              <a:t>:  3.74 seconds</a:t>
            </a:r>
          </a:p>
        </p:txBody>
      </p:sp>
      <p:sp>
        <p:nvSpPr>
          <p:cNvPr id="4" name="Date Placeholder 3">
            <a:extLst>
              <a:ext uri="{FF2B5EF4-FFF2-40B4-BE49-F238E27FC236}">
                <a16:creationId xmlns:a16="http://schemas.microsoft.com/office/drawing/2014/main" id="{94F30BF6-EE06-B57F-BBDF-563A2CBE5306}"/>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B414CC99-C849-4ACA-02E9-2B92F5ADDCA8}"/>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1901A231-38B0-8C3B-B5D2-B3E9E35FF72D}"/>
              </a:ext>
            </a:extLst>
          </p:cNvPr>
          <p:cNvSpPr>
            <a:spLocks noGrp="1"/>
          </p:cNvSpPr>
          <p:nvPr>
            <p:ph type="sldNum" sz="quarter" idx="12"/>
          </p:nvPr>
        </p:nvSpPr>
        <p:spPr/>
        <p:txBody>
          <a:bodyPr/>
          <a:lstStyle/>
          <a:p>
            <a:fld id="{C473A0A6-EC25-4F79-943E-C6FB53EAB36C}" type="slidenum">
              <a:rPr lang="en-US" smtClean="0"/>
              <a:t>27</a:t>
            </a:fld>
            <a:endParaRPr lang="en-US"/>
          </a:p>
        </p:txBody>
      </p:sp>
      <p:graphicFrame>
        <p:nvGraphicFramePr>
          <p:cNvPr id="7" name="Chart 6">
            <a:extLst>
              <a:ext uri="{FF2B5EF4-FFF2-40B4-BE49-F238E27FC236}">
                <a16:creationId xmlns:a16="http://schemas.microsoft.com/office/drawing/2014/main" id="{E3A11D0A-7AD9-092D-59DD-CA9F4ED57C5D}"/>
              </a:ext>
            </a:extLst>
          </p:cNvPr>
          <p:cNvGraphicFramePr/>
          <p:nvPr>
            <p:extLst>
              <p:ext uri="{D42A27DB-BD31-4B8C-83A1-F6EECF244321}">
                <p14:modId xmlns:p14="http://schemas.microsoft.com/office/powerpoint/2010/main" val="3129717737"/>
              </p:ext>
            </p:extLst>
          </p:nvPr>
        </p:nvGraphicFramePr>
        <p:xfrm>
          <a:off x="7718400" y="43412"/>
          <a:ext cx="4321199" cy="208778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A59800E0-6811-F2AC-34F5-ECEA9AE0C329}"/>
              </a:ext>
            </a:extLst>
          </p:cNvPr>
          <p:cNvGraphicFramePr/>
          <p:nvPr>
            <p:extLst>
              <p:ext uri="{D42A27DB-BD31-4B8C-83A1-F6EECF244321}">
                <p14:modId xmlns:p14="http://schemas.microsoft.com/office/powerpoint/2010/main" val="4006272138"/>
              </p:ext>
            </p:extLst>
          </p:nvPr>
        </p:nvGraphicFramePr>
        <p:xfrm>
          <a:off x="7718401" y="2199589"/>
          <a:ext cx="4321198" cy="204418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58916586-520A-C7D0-1948-E6F74B31E5F9}"/>
              </a:ext>
            </a:extLst>
          </p:cNvPr>
          <p:cNvGraphicFramePr/>
          <p:nvPr>
            <p:extLst>
              <p:ext uri="{D42A27DB-BD31-4B8C-83A1-F6EECF244321}">
                <p14:modId xmlns:p14="http://schemas.microsoft.com/office/powerpoint/2010/main" val="1513814834"/>
              </p:ext>
            </p:extLst>
          </p:nvPr>
        </p:nvGraphicFramePr>
        <p:xfrm>
          <a:off x="7718401" y="4354771"/>
          <a:ext cx="4321198" cy="195871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506493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C0185-9279-A26C-7ADB-F437803F4EAC}"/>
              </a:ext>
            </a:extLst>
          </p:cNvPr>
          <p:cNvSpPr>
            <a:spLocks noGrp="1"/>
          </p:cNvSpPr>
          <p:nvPr>
            <p:ph type="title"/>
          </p:nvPr>
        </p:nvSpPr>
        <p:spPr/>
        <p:txBody>
          <a:bodyPr/>
          <a:lstStyle/>
          <a:p>
            <a:r>
              <a:rPr lang="en-US" dirty="0"/>
              <a:t>ProvTracer: MLLM Evaluation</a:t>
            </a:r>
          </a:p>
        </p:txBody>
      </p:sp>
      <p:sp>
        <p:nvSpPr>
          <p:cNvPr id="3" name="Content Placeholder 2">
            <a:extLst>
              <a:ext uri="{FF2B5EF4-FFF2-40B4-BE49-F238E27FC236}">
                <a16:creationId xmlns:a16="http://schemas.microsoft.com/office/drawing/2014/main" id="{546230FF-2402-DD6A-AED4-3AE9564D4B50}"/>
              </a:ext>
            </a:extLst>
          </p:cNvPr>
          <p:cNvSpPr>
            <a:spLocks noGrp="1"/>
          </p:cNvSpPr>
          <p:nvPr>
            <p:ph idx="1"/>
          </p:nvPr>
        </p:nvSpPr>
        <p:spPr/>
        <p:txBody>
          <a:bodyPr>
            <a:normAutofit fontScale="92500"/>
          </a:bodyPr>
          <a:lstStyle/>
          <a:p>
            <a:pPr marL="0" indent="0" algn="just">
              <a:buNone/>
            </a:pPr>
            <a:r>
              <a:rPr lang="en-US" dirty="0"/>
              <a:t>Through documented tests, several things were found:</a:t>
            </a:r>
          </a:p>
          <a:p>
            <a:pPr algn="just"/>
            <a:r>
              <a:rPr lang="en-US" b="1" dirty="0"/>
              <a:t>Screenshot interpretation</a:t>
            </a:r>
            <a:r>
              <a:rPr lang="en-US" dirty="0"/>
              <a:t>: the MLLM summarizes desktop activity, but sometimes hallucinates unobservable content, e.g., browser states</a:t>
            </a:r>
          </a:p>
          <a:p>
            <a:pPr algn="just"/>
            <a:r>
              <a:rPr lang="en-US" b="1" dirty="0"/>
              <a:t>Spatial reasoning</a:t>
            </a:r>
            <a:r>
              <a:rPr lang="en-US" dirty="0"/>
              <a:t>: the MLLM </a:t>
            </a:r>
            <a:r>
              <a:rPr lang="en-US" b="1" dirty="0"/>
              <a:t>cannot</a:t>
            </a:r>
            <a:r>
              <a:rPr lang="en-US" dirty="0"/>
              <a:t> perform spatial reasoning, e.g., locating mouse clicks</a:t>
            </a:r>
          </a:p>
          <a:p>
            <a:pPr algn="just"/>
            <a:r>
              <a:rPr lang="en-US" b="1" dirty="0"/>
              <a:t>Delta detection</a:t>
            </a:r>
            <a:r>
              <a:rPr lang="en-US" dirty="0"/>
              <a:t>: the MLLM can detect textual differences across screenshots, but struggles with UI changes, e.g., scrolled code views</a:t>
            </a:r>
          </a:p>
          <a:p>
            <a:pPr algn="just"/>
            <a:r>
              <a:rPr lang="en-US" b="1" dirty="0"/>
              <a:t>Knowledge graph generation</a:t>
            </a:r>
            <a:r>
              <a:rPr lang="en-US" dirty="0"/>
              <a:t>: direct RDF generation by the MLLM is error-prone</a:t>
            </a:r>
          </a:p>
          <a:p>
            <a:pPr lvl="1" algn="just"/>
            <a:endParaRPr lang="en-US" dirty="0"/>
          </a:p>
        </p:txBody>
      </p:sp>
      <p:sp>
        <p:nvSpPr>
          <p:cNvPr id="4" name="Date Placeholder 3">
            <a:extLst>
              <a:ext uri="{FF2B5EF4-FFF2-40B4-BE49-F238E27FC236}">
                <a16:creationId xmlns:a16="http://schemas.microsoft.com/office/drawing/2014/main" id="{BE8D1A22-BFA3-9110-E6E0-100A9A7CC35A}"/>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4EBC3396-24B7-E31A-FBDE-BE3C4C6F05B7}"/>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8B5C28F8-B266-6C0B-3C7E-B4B610389317}"/>
              </a:ext>
            </a:extLst>
          </p:cNvPr>
          <p:cNvSpPr>
            <a:spLocks noGrp="1"/>
          </p:cNvSpPr>
          <p:nvPr>
            <p:ph type="sldNum" sz="quarter" idx="12"/>
          </p:nvPr>
        </p:nvSpPr>
        <p:spPr/>
        <p:txBody>
          <a:bodyPr/>
          <a:lstStyle/>
          <a:p>
            <a:fld id="{C473A0A6-EC25-4F79-943E-C6FB53EAB36C}" type="slidenum">
              <a:rPr lang="en-US" smtClean="0"/>
              <a:t>28</a:t>
            </a:fld>
            <a:endParaRPr lang="en-US"/>
          </a:p>
        </p:txBody>
      </p:sp>
    </p:spTree>
    <p:extLst>
      <p:ext uri="{BB962C8B-B14F-4D97-AF65-F5344CB8AC3E}">
        <p14:creationId xmlns:p14="http://schemas.microsoft.com/office/powerpoint/2010/main" val="3449203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534E-F634-ADD5-8D83-7E626251F519}"/>
              </a:ext>
            </a:extLst>
          </p:cNvPr>
          <p:cNvSpPr>
            <a:spLocks noGrp="1"/>
          </p:cNvSpPr>
          <p:nvPr>
            <p:ph type="title"/>
          </p:nvPr>
        </p:nvSpPr>
        <p:spPr/>
        <p:txBody>
          <a:bodyPr/>
          <a:lstStyle/>
          <a:p>
            <a:r>
              <a:rPr lang="en-US" dirty="0"/>
              <a:t>ProvTracer: Ontology</a:t>
            </a:r>
          </a:p>
        </p:txBody>
      </p:sp>
      <p:sp>
        <p:nvSpPr>
          <p:cNvPr id="3" name="Content Placeholder 2">
            <a:extLst>
              <a:ext uri="{FF2B5EF4-FFF2-40B4-BE49-F238E27FC236}">
                <a16:creationId xmlns:a16="http://schemas.microsoft.com/office/drawing/2014/main" id="{09D8A3BE-FD32-8B4B-A517-06DBB8ECFEEF}"/>
              </a:ext>
            </a:extLst>
          </p:cNvPr>
          <p:cNvSpPr>
            <a:spLocks noGrp="1"/>
          </p:cNvSpPr>
          <p:nvPr>
            <p:ph idx="1"/>
          </p:nvPr>
        </p:nvSpPr>
        <p:spPr>
          <a:xfrm>
            <a:off x="838200" y="1825625"/>
            <a:ext cx="4288200" cy="4351338"/>
          </a:xfrm>
        </p:spPr>
        <p:txBody>
          <a:bodyPr/>
          <a:lstStyle/>
          <a:p>
            <a:pPr algn="just"/>
            <a:r>
              <a:rPr lang="en-US" dirty="0"/>
              <a:t>ProvTracer uses a PROV-BFO ontology</a:t>
            </a:r>
          </a:p>
          <a:p>
            <a:pPr algn="just"/>
            <a:r>
              <a:rPr lang="en-US" dirty="0"/>
              <a:t>Maps ProvTracer terms directly to PROV-O</a:t>
            </a:r>
          </a:p>
          <a:p>
            <a:pPr algn="just"/>
            <a:r>
              <a:rPr lang="en-US" dirty="0"/>
              <a:t>Lightweight links to the BFO to maintain:</a:t>
            </a:r>
          </a:p>
          <a:p>
            <a:pPr lvl="1" algn="just"/>
            <a:r>
              <a:rPr lang="en-US" dirty="0"/>
              <a:t>Interoperability</a:t>
            </a:r>
          </a:p>
          <a:p>
            <a:pPr lvl="1" algn="just"/>
            <a:r>
              <a:rPr lang="en-US" dirty="0"/>
              <a:t>Futureproofing</a:t>
            </a:r>
          </a:p>
          <a:p>
            <a:pPr lvl="1" algn="just"/>
            <a:r>
              <a:rPr lang="en-US" dirty="0"/>
              <a:t>BFO is a ISO/IEC standard</a:t>
            </a:r>
          </a:p>
        </p:txBody>
      </p:sp>
      <p:sp>
        <p:nvSpPr>
          <p:cNvPr id="4" name="Date Placeholder 3">
            <a:extLst>
              <a:ext uri="{FF2B5EF4-FFF2-40B4-BE49-F238E27FC236}">
                <a16:creationId xmlns:a16="http://schemas.microsoft.com/office/drawing/2014/main" id="{F90DD425-A2C1-C0CA-4A4A-05DAC167B0EA}"/>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39FAC09A-C1E2-0709-AE16-FE60F3A0FE5C}"/>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CCAB1089-ABF9-48BA-B2BC-4D5108B11B52}"/>
              </a:ext>
            </a:extLst>
          </p:cNvPr>
          <p:cNvSpPr>
            <a:spLocks noGrp="1"/>
          </p:cNvSpPr>
          <p:nvPr>
            <p:ph type="sldNum" sz="quarter" idx="12"/>
          </p:nvPr>
        </p:nvSpPr>
        <p:spPr/>
        <p:txBody>
          <a:bodyPr/>
          <a:lstStyle/>
          <a:p>
            <a:fld id="{C473A0A6-EC25-4F79-943E-C6FB53EAB36C}" type="slidenum">
              <a:rPr lang="en-US" smtClean="0"/>
              <a:t>29</a:t>
            </a:fld>
            <a:endParaRPr lang="en-US"/>
          </a:p>
        </p:txBody>
      </p:sp>
      <p:pic>
        <p:nvPicPr>
          <p:cNvPr id="7" name="Picture 6" descr="A black screen with white text&#10;&#10;AI-generated content may be incorrect.">
            <a:extLst>
              <a:ext uri="{FF2B5EF4-FFF2-40B4-BE49-F238E27FC236}">
                <a16:creationId xmlns:a16="http://schemas.microsoft.com/office/drawing/2014/main" id="{7EB05DF8-0E17-6E11-0CC0-ECB8D4306C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2888" y="1825625"/>
            <a:ext cx="6637712" cy="4244631"/>
          </a:xfrm>
          <a:prstGeom prst="rect">
            <a:avLst/>
          </a:prstGeom>
          <a:noFill/>
          <a:ln>
            <a:noFill/>
          </a:ln>
        </p:spPr>
      </p:pic>
    </p:spTree>
    <p:extLst>
      <p:ext uri="{BB962C8B-B14F-4D97-AF65-F5344CB8AC3E}">
        <p14:creationId xmlns:p14="http://schemas.microsoft.com/office/powerpoint/2010/main" val="4259193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353E1-1900-0E7C-0B24-814317D512C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5D0A6C8-E059-81AE-18D9-4A2FB9D75745}"/>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A0E5ABDF-4CD4-1966-752F-006AD20FF646}"/>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5715B915-3F58-9EA4-7B7C-F16581AFACB1}"/>
              </a:ext>
            </a:extLst>
          </p:cNvPr>
          <p:cNvSpPr>
            <a:spLocks noGrp="1"/>
          </p:cNvSpPr>
          <p:nvPr>
            <p:ph type="sldNum" sz="quarter" idx="12"/>
          </p:nvPr>
        </p:nvSpPr>
        <p:spPr/>
        <p:txBody>
          <a:bodyPr/>
          <a:lstStyle/>
          <a:p>
            <a:fld id="{C473A0A6-EC25-4F79-943E-C6FB53EAB36C}" type="slidenum">
              <a:rPr lang="en-US" smtClean="0"/>
              <a:t>30</a:t>
            </a:fld>
            <a:endParaRPr lang="en-US"/>
          </a:p>
        </p:txBody>
      </p:sp>
      <p:pic>
        <p:nvPicPr>
          <p:cNvPr id="7" name="Picture 6" descr="A screenshot of a computer screen&#10;&#10;AI-generated content may be incorrect.">
            <a:extLst>
              <a:ext uri="{FF2B5EF4-FFF2-40B4-BE49-F238E27FC236}">
                <a16:creationId xmlns:a16="http://schemas.microsoft.com/office/drawing/2014/main" id="{2D2ABBEC-FE20-DDBC-9FF3-F348066E5198}"/>
              </a:ext>
            </a:extLst>
          </p:cNvPr>
          <p:cNvPicPr>
            <a:picLocks noChangeAspect="1"/>
          </p:cNvPicPr>
          <p:nvPr/>
        </p:nvPicPr>
        <p:blipFill rotWithShape="1">
          <a:blip r:embed="rId2">
            <a:extLst>
              <a:ext uri="{28A0092B-C50C-407E-A947-70E740481C1C}">
                <a14:useLocalDpi xmlns:a14="http://schemas.microsoft.com/office/drawing/2010/main" val="0"/>
              </a:ext>
            </a:extLst>
          </a:blip>
          <a:srcRect r="263"/>
          <a:stretch/>
        </p:blipFill>
        <p:spPr bwMode="auto">
          <a:xfrm>
            <a:off x="279680" y="633600"/>
            <a:ext cx="11632640" cy="5365439"/>
          </a:xfrm>
          <a:prstGeom prst="rect">
            <a:avLst/>
          </a:prstGeom>
          <a:noFill/>
          <a:ln>
            <a:noFill/>
          </a:ln>
          <a:extLst>
            <a:ext uri="{53640926-AAD7-44D8-BBD7-CCE9431645EC}">
              <a14:shadowObscured xmlns:a14="http://schemas.microsoft.com/office/drawing/2010/main"/>
            </a:ext>
          </a:extLst>
        </p:spPr>
      </p:pic>
      <p:sp>
        <p:nvSpPr>
          <p:cNvPr id="13" name="Title 1">
            <a:extLst>
              <a:ext uri="{FF2B5EF4-FFF2-40B4-BE49-F238E27FC236}">
                <a16:creationId xmlns:a16="http://schemas.microsoft.com/office/drawing/2014/main" id="{47C765C0-C70F-25B0-D31D-80E1E5996516}"/>
              </a:ext>
            </a:extLst>
          </p:cNvPr>
          <p:cNvSpPr txBox="1">
            <a:spLocks/>
          </p:cNvSpPr>
          <p:nvPr/>
        </p:nvSpPr>
        <p:spPr>
          <a:xfrm>
            <a:off x="-7200" y="-33713"/>
            <a:ext cx="2340000" cy="470075"/>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ProvTracer: Design</a:t>
            </a:r>
            <a:endParaRPr lang="en-US" sz="2400" dirty="0"/>
          </a:p>
        </p:txBody>
      </p:sp>
    </p:spTree>
    <p:extLst>
      <p:ext uri="{BB962C8B-B14F-4D97-AF65-F5344CB8AC3E}">
        <p14:creationId xmlns:p14="http://schemas.microsoft.com/office/powerpoint/2010/main" val="18642886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1A939-F408-9C79-5714-BCE74B72547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56FCC4D-1637-29AD-6BA7-2B4C88EC9A93}"/>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F892209D-3581-DBA1-EE11-2AF1F24598FB}"/>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4707B4EA-816F-ADE7-57CC-97B3C467E720}"/>
              </a:ext>
            </a:extLst>
          </p:cNvPr>
          <p:cNvSpPr>
            <a:spLocks noGrp="1"/>
          </p:cNvSpPr>
          <p:nvPr>
            <p:ph type="sldNum" sz="quarter" idx="12"/>
          </p:nvPr>
        </p:nvSpPr>
        <p:spPr/>
        <p:txBody>
          <a:bodyPr/>
          <a:lstStyle/>
          <a:p>
            <a:fld id="{C473A0A6-EC25-4F79-943E-C6FB53EAB36C}" type="slidenum">
              <a:rPr lang="en-US" smtClean="0"/>
              <a:t>31</a:t>
            </a:fld>
            <a:endParaRPr lang="en-US"/>
          </a:p>
        </p:txBody>
      </p:sp>
      <p:sp>
        <p:nvSpPr>
          <p:cNvPr id="13" name="Title 1">
            <a:extLst>
              <a:ext uri="{FF2B5EF4-FFF2-40B4-BE49-F238E27FC236}">
                <a16:creationId xmlns:a16="http://schemas.microsoft.com/office/drawing/2014/main" id="{9346796F-22C2-A9AC-BD19-97F663DEB1CD}"/>
              </a:ext>
            </a:extLst>
          </p:cNvPr>
          <p:cNvSpPr txBox="1">
            <a:spLocks/>
          </p:cNvSpPr>
          <p:nvPr/>
        </p:nvSpPr>
        <p:spPr>
          <a:xfrm>
            <a:off x="-7200" y="-33713"/>
            <a:ext cx="2340000" cy="470075"/>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ProvTracer: Design</a:t>
            </a:r>
            <a:endParaRPr lang="en-US" sz="2400" dirty="0"/>
          </a:p>
        </p:txBody>
      </p:sp>
      <p:pic>
        <p:nvPicPr>
          <p:cNvPr id="2" name="Picture 1" descr="A screenshot of a computer screen&#10;&#10;Description automatically generated">
            <a:extLst>
              <a:ext uri="{FF2B5EF4-FFF2-40B4-BE49-F238E27FC236}">
                <a16:creationId xmlns:a16="http://schemas.microsoft.com/office/drawing/2014/main" id="{7FE5D6AE-52F8-2AD1-6155-29B38C24CCA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46937" y="1440469"/>
            <a:ext cx="10298126" cy="3977062"/>
          </a:xfrm>
          <a:prstGeom prst="rect">
            <a:avLst/>
          </a:prstGeom>
          <a:noFill/>
          <a:ln>
            <a:noFill/>
          </a:ln>
        </p:spPr>
      </p:pic>
    </p:spTree>
    <p:extLst>
      <p:ext uri="{BB962C8B-B14F-4D97-AF65-F5344CB8AC3E}">
        <p14:creationId xmlns:p14="http://schemas.microsoft.com/office/powerpoint/2010/main" val="42551278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EB99B-C66A-25EB-F912-215943018CD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804E559-C9D0-1409-7F77-F2FCA638FE70}"/>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975AD3C4-9CAB-E47D-B630-29AA3E41352C}"/>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31429629-3D7C-8037-76D3-1A0917A2B92E}"/>
              </a:ext>
            </a:extLst>
          </p:cNvPr>
          <p:cNvSpPr>
            <a:spLocks noGrp="1"/>
          </p:cNvSpPr>
          <p:nvPr>
            <p:ph type="sldNum" sz="quarter" idx="12"/>
          </p:nvPr>
        </p:nvSpPr>
        <p:spPr/>
        <p:txBody>
          <a:bodyPr/>
          <a:lstStyle/>
          <a:p>
            <a:fld id="{C473A0A6-EC25-4F79-943E-C6FB53EAB36C}" type="slidenum">
              <a:rPr lang="en-US" smtClean="0"/>
              <a:t>32</a:t>
            </a:fld>
            <a:endParaRPr lang="en-US"/>
          </a:p>
        </p:txBody>
      </p:sp>
      <p:pic>
        <p:nvPicPr>
          <p:cNvPr id="2" name="Picture 1" descr="A diagram of a computer&#10;&#10;AI-generated content may be incorrect.">
            <a:extLst>
              <a:ext uri="{FF2B5EF4-FFF2-40B4-BE49-F238E27FC236}">
                <a16:creationId xmlns:a16="http://schemas.microsoft.com/office/drawing/2014/main" id="{40596B17-4B7B-C494-620F-FFEF11DA43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20749" y="1154530"/>
            <a:ext cx="5550502" cy="4548940"/>
          </a:xfrm>
          <a:prstGeom prst="rect">
            <a:avLst/>
          </a:prstGeom>
          <a:noFill/>
          <a:ln>
            <a:noFill/>
          </a:ln>
        </p:spPr>
      </p:pic>
      <p:sp>
        <p:nvSpPr>
          <p:cNvPr id="9" name="Title 1">
            <a:extLst>
              <a:ext uri="{FF2B5EF4-FFF2-40B4-BE49-F238E27FC236}">
                <a16:creationId xmlns:a16="http://schemas.microsoft.com/office/drawing/2014/main" id="{A84B3302-8FF2-D8DF-8F33-1F044938044F}"/>
              </a:ext>
            </a:extLst>
          </p:cNvPr>
          <p:cNvSpPr txBox="1">
            <a:spLocks/>
          </p:cNvSpPr>
          <p:nvPr/>
        </p:nvSpPr>
        <p:spPr>
          <a:xfrm>
            <a:off x="-7200" y="-33713"/>
            <a:ext cx="2340000" cy="470075"/>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ProvTracer: Design</a:t>
            </a:r>
            <a:endParaRPr lang="en-US" sz="2400" dirty="0"/>
          </a:p>
        </p:txBody>
      </p:sp>
    </p:spTree>
    <p:extLst>
      <p:ext uri="{BB962C8B-B14F-4D97-AF65-F5344CB8AC3E}">
        <p14:creationId xmlns:p14="http://schemas.microsoft.com/office/powerpoint/2010/main" val="3778656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D8FB13D-3BCD-7B98-233B-FBC1D91982A6}"/>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A7FD0174-8122-E4BB-C3AE-5E0FD901D8FE}"/>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36996BB5-6D5D-BF11-8D3C-DC78F4ECA557}"/>
              </a:ext>
            </a:extLst>
          </p:cNvPr>
          <p:cNvSpPr>
            <a:spLocks noGrp="1"/>
          </p:cNvSpPr>
          <p:nvPr>
            <p:ph type="sldNum" sz="quarter" idx="12"/>
          </p:nvPr>
        </p:nvSpPr>
        <p:spPr/>
        <p:txBody>
          <a:bodyPr/>
          <a:lstStyle/>
          <a:p>
            <a:fld id="{C473A0A6-EC25-4F79-943E-C6FB53EAB36C}" type="slidenum">
              <a:rPr lang="en-US" smtClean="0"/>
              <a:t>33</a:t>
            </a:fld>
            <a:endParaRPr lang="en-US"/>
          </a:p>
        </p:txBody>
      </p:sp>
      <p:pic>
        <p:nvPicPr>
          <p:cNvPr id="10" name="Picture 9" descr="A black background with white rectangles&#10;&#10;AI-generated content may be incorrect.">
            <a:extLst>
              <a:ext uri="{FF2B5EF4-FFF2-40B4-BE49-F238E27FC236}">
                <a16:creationId xmlns:a16="http://schemas.microsoft.com/office/drawing/2014/main" id="{4D66AF53-F74D-AF3C-9F11-B2299C65FF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573" y="313961"/>
            <a:ext cx="10368853" cy="5989363"/>
          </a:xfrm>
          <a:prstGeom prst="rect">
            <a:avLst/>
          </a:prstGeom>
        </p:spPr>
      </p:pic>
      <p:sp>
        <p:nvSpPr>
          <p:cNvPr id="13" name="Title 1">
            <a:extLst>
              <a:ext uri="{FF2B5EF4-FFF2-40B4-BE49-F238E27FC236}">
                <a16:creationId xmlns:a16="http://schemas.microsoft.com/office/drawing/2014/main" id="{74903897-D68F-D79D-2FB6-9FBFE8C7A415}"/>
              </a:ext>
            </a:extLst>
          </p:cNvPr>
          <p:cNvSpPr txBox="1">
            <a:spLocks/>
          </p:cNvSpPr>
          <p:nvPr/>
        </p:nvSpPr>
        <p:spPr>
          <a:xfrm>
            <a:off x="-7200" y="-33713"/>
            <a:ext cx="2340000" cy="470075"/>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ProvTracer: Design</a:t>
            </a:r>
            <a:endParaRPr lang="en-US" sz="2400" dirty="0"/>
          </a:p>
        </p:txBody>
      </p:sp>
    </p:spTree>
    <p:extLst>
      <p:ext uri="{BB962C8B-B14F-4D97-AF65-F5344CB8AC3E}">
        <p14:creationId xmlns:p14="http://schemas.microsoft.com/office/powerpoint/2010/main" val="2446732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B2B41-412B-902F-2F85-39C679BFB989}"/>
              </a:ext>
            </a:extLst>
          </p:cNvPr>
          <p:cNvSpPr>
            <a:spLocks noGrp="1"/>
          </p:cNvSpPr>
          <p:nvPr>
            <p:ph type="title"/>
          </p:nvPr>
        </p:nvSpPr>
        <p:spPr/>
        <p:txBody>
          <a:bodyPr/>
          <a:lstStyle/>
          <a:p>
            <a:r>
              <a:rPr lang="en-US" dirty="0"/>
              <a:t>ProvTracer: MLLM Prompt Structure</a:t>
            </a:r>
          </a:p>
        </p:txBody>
      </p:sp>
      <p:sp>
        <p:nvSpPr>
          <p:cNvPr id="4" name="Date Placeholder 3">
            <a:extLst>
              <a:ext uri="{FF2B5EF4-FFF2-40B4-BE49-F238E27FC236}">
                <a16:creationId xmlns:a16="http://schemas.microsoft.com/office/drawing/2014/main" id="{832225CE-6B6B-CFC3-A6D1-F81C4272F45A}"/>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E1316017-739A-051B-4F5E-718C48545D92}"/>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95AA8702-BA0D-B2ED-B9A8-7CDFF64904A6}"/>
              </a:ext>
            </a:extLst>
          </p:cNvPr>
          <p:cNvSpPr>
            <a:spLocks noGrp="1"/>
          </p:cNvSpPr>
          <p:nvPr>
            <p:ph type="sldNum" sz="quarter" idx="12"/>
          </p:nvPr>
        </p:nvSpPr>
        <p:spPr/>
        <p:txBody>
          <a:bodyPr/>
          <a:lstStyle/>
          <a:p>
            <a:fld id="{C473A0A6-EC25-4F79-943E-C6FB53EAB36C}" type="slidenum">
              <a:rPr lang="en-US" smtClean="0"/>
              <a:t>34</a:t>
            </a:fld>
            <a:endParaRPr lang="en-US"/>
          </a:p>
        </p:txBody>
      </p:sp>
      <p:graphicFrame>
        <p:nvGraphicFramePr>
          <p:cNvPr id="7" name="Table 6">
            <a:extLst>
              <a:ext uri="{FF2B5EF4-FFF2-40B4-BE49-F238E27FC236}">
                <a16:creationId xmlns:a16="http://schemas.microsoft.com/office/drawing/2014/main" id="{BC56F33D-AB0D-5995-EB46-099F8DFA92D4}"/>
              </a:ext>
            </a:extLst>
          </p:cNvPr>
          <p:cNvGraphicFramePr>
            <a:graphicFrameLocks noGrp="1"/>
          </p:cNvGraphicFramePr>
          <p:nvPr>
            <p:extLst>
              <p:ext uri="{D42A27DB-BD31-4B8C-83A1-F6EECF244321}">
                <p14:modId xmlns:p14="http://schemas.microsoft.com/office/powerpoint/2010/main" val="2710333985"/>
              </p:ext>
            </p:extLst>
          </p:nvPr>
        </p:nvGraphicFramePr>
        <p:xfrm>
          <a:off x="678181" y="1313623"/>
          <a:ext cx="10835638" cy="4896316"/>
        </p:xfrm>
        <a:graphic>
          <a:graphicData uri="http://schemas.openxmlformats.org/drawingml/2006/table">
            <a:tbl>
              <a:tblPr firstRow="1" firstCol="1" bandRow="1">
                <a:tableStyleId>{5C22544A-7EE6-4342-B048-85BDC9FD1C3A}</a:tableStyleId>
              </a:tblPr>
              <a:tblGrid>
                <a:gridCol w="1964079">
                  <a:extLst>
                    <a:ext uri="{9D8B030D-6E8A-4147-A177-3AD203B41FA5}">
                      <a16:colId xmlns:a16="http://schemas.microsoft.com/office/drawing/2014/main" val="2170862108"/>
                    </a:ext>
                  </a:extLst>
                </a:gridCol>
                <a:gridCol w="2012867">
                  <a:extLst>
                    <a:ext uri="{9D8B030D-6E8A-4147-A177-3AD203B41FA5}">
                      <a16:colId xmlns:a16="http://schemas.microsoft.com/office/drawing/2014/main" val="3337999039"/>
                    </a:ext>
                  </a:extLst>
                </a:gridCol>
                <a:gridCol w="6858692">
                  <a:extLst>
                    <a:ext uri="{9D8B030D-6E8A-4147-A177-3AD203B41FA5}">
                      <a16:colId xmlns:a16="http://schemas.microsoft.com/office/drawing/2014/main" val="1779732112"/>
                    </a:ext>
                  </a:extLst>
                </a:gridCol>
              </a:tblGrid>
              <a:tr h="171749">
                <a:tc>
                  <a:txBody>
                    <a:bodyPr/>
                    <a:lstStyle/>
                    <a:p>
                      <a:pPr marL="0" marR="0" algn="just">
                        <a:lnSpc>
                          <a:spcPct val="150000"/>
                        </a:lnSpc>
                        <a:buNone/>
                      </a:pPr>
                      <a:r>
                        <a:rPr lang="en-US" sz="1200">
                          <a:effectLst/>
                        </a:rPr>
                        <a:t>Prompt Section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Used?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Content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extLst>
                  <a:ext uri="{0D108BD9-81ED-4DB2-BD59-A6C34878D82A}">
                    <a16:rowId xmlns:a16="http://schemas.microsoft.com/office/drawing/2014/main" val="1265898681"/>
                  </a:ext>
                </a:extLst>
              </a:tr>
              <a:tr h="779560">
                <a:tc>
                  <a:txBody>
                    <a:bodyPr/>
                    <a:lstStyle/>
                    <a:p>
                      <a:pPr marL="0" marR="0" algn="just">
                        <a:lnSpc>
                          <a:spcPct val="150000"/>
                        </a:lnSpc>
                        <a:buNone/>
                      </a:pPr>
                      <a:r>
                        <a:rPr lang="en-US" sz="1200">
                          <a:effectLst/>
                        </a:rPr>
                        <a:t>Preface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dirty="0">
                          <a:effectLst/>
                        </a:rPr>
                        <a:t>Always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The provided image is a screenshot of a user's computer as they are working. Describe what they are doing in detail. Do not use newlines. Avoid describing personal information, such as passwords. Answer in 3-5 sentences.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extLst>
                  <a:ext uri="{0D108BD9-81ED-4DB2-BD59-A6C34878D82A}">
                    <a16:rowId xmlns:a16="http://schemas.microsoft.com/office/drawing/2014/main" val="3367030450"/>
                  </a:ext>
                </a:extLst>
              </a:tr>
              <a:tr h="374353">
                <a:tc>
                  <a:txBody>
                    <a:bodyPr/>
                    <a:lstStyle/>
                    <a:p>
                      <a:pPr marL="0" marR="0" algn="just">
                        <a:lnSpc>
                          <a:spcPct val="150000"/>
                        </a:lnSpc>
                        <a:buNone/>
                      </a:pPr>
                      <a:r>
                        <a:rPr lang="en-US" sz="1200">
                          <a:effectLst/>
                        </a:rPr>
                        <a:t>Open-Ended Transition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If selected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dirty="0">
                          <a:effectLst/>
                        </a:rPr>
                        <a:t>The user has stated that their screen use is open-ended, i.e., they may use many windows in various areas of the screen.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extLst>
                  <a:ext uri="{0D108BD9-81ED-4DB2-BD59-A6C34878D82A}">
                    <a16:rowId xmlns:a16="http://schemas.microsoft.com/office/drawing/2014/main" val="1727172106"/>
                  </a:ext>
                </a:extLst>
              </a:tr>
              <a:tr h="779560">
                <a:tc>
                  <a:txBody>
                    <a:bodyPr/>
                    <a:lstStyle/>
                    <a:p>
                      <a:pPr marL="0" marR="0" algn="just">
                        <a:lnSpc>
                          <a:spcPct val="150000"/>
                        </a:lnSpc>
                        <a:buNone/>
                      </a:pPr>
                      <a:r>
                        <a:rPr lang="en-US" sz="1200">
                          <a:effectLst/>
                        </a:rPr>
                        <a:t>Side-by-Side Transition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If selected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dirty="0">
                          <a:effectLst/>
                        </a:rPr>
                        <a:t>The user has stated that one side of the screen is the 'source' artifact or artifacts, and the other side is the working area. In general, the 'source' artifact(s) influence(s) the development of the working side, which may include several artifacts.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extLst>
                  <a:ext uri="{0D108BD9-81ED-4DB2-BD59-A6C34878D82A}">
                    <a16:rowId xmlns:a16="http://schemas.microsoft.com/office/drawing/2014/main" val="529363912"/>
                  </a:ext>
                </a:extLst>
              </a:tr>
              <a:tr h="374353">
                <a:tc>
                  <a:txBody>
                    <a:bodyPr/>
                    <a:lstStyle/>
                    <a:p>
                      <a:pPr marL="0" marR="0" algn="just">
                        <a:lnSpc>
                          <a:spcPct val="150000"/>
                        </a:lnSpc>
                        <a:buNone/>
                      </a:pPr>
                      <a:r>
                        <a:rPr lang="en-US" sz="1200">
                          <a:effectLst/>
                        </a:rPr>
                        <a:t>Context Transition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If 1+ context source selected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Below is some additional context provided by the user.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extLst>
                  <a:ext uri="{0D108BD9-81ED-4DB2-BD59-A6C34878D82A}">
                    <a16:rowId xmlns:a16="http://schemas.microsoft.com/office/drawing/2014/main" val="2276119343"/>
                  </a:ext>
                </a:extLst>
              </a:tr>
              <a:tr h="374353">
                <a:tc>
                  <a:txBody>
                    <a:bodyPr/>
                    <a:lstStyle/>
                    <a:p>
                      <a:pPr marL="0" marR="0" algn="just">
                        <a:lnSpc>
                          <a:spcPct val="150000"/>
                        </a:lnSpc>
                        <a:buNone/>
                      </a:pPr>
                      <a:r>
                        <a:rPr lang="en-US" sz="1200">
                          <a:effectLst/>
                        </a:rPr>
                        <a:t>Primer Context Modifier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If primer context selected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Here is what the user stated they were working on when this screenshot was taken: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extLst>
                  <a:ext uri="{0D108BD9-81ED-4DB2-BD59-A6C34878D82A}">
                    <a16:rowId xmlns:a16="http://schemas.microsoft.com/office/drawing/2014/main" val="3088813056"/>
                  </a:ext>
                </a:extLst>
              </a:tr>
              <a:tr h="374353">
                <a:tc>
                  <a:txBody>
                    <a:bodyPr/>
                    <a:lstStyle/>
                    <a:p>
                      <a:pPr marL="0" marR="0" algn="just">
                        <a:lnSpc>
                          <a:spcPct val="150000"/>
                        </a:lnSpc>
                        <a:buNone/>
                      </a:pPr>
                      <a:r>
                        <a:rPr lang="en-US" sz="1200">
                          <a:effectLst/>
                        </a:rPr>
                        <a:t>Window Events Modifier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If window events selected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Here is a list of application window titles that the user opened since the last screenshot: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extLst>
                  <a:ext uri="{0D108BD9-81ED-4DB2-BD59-A6C34878D82A}">
                    <a16:rowId xmlns:a16="http://schemas.microsoft.com/office/drawing/2014/main" val="2835585202"/>
                  </a:ext>
                </a:extLst>
              </a:tr>
              <a:tr h="374353">
                <a:tc>
                  <a:txBody>
                    <a:bodyPr/>
                    <a:lstStyle/>
                    <a:p>
                      <a:pPr marL="0" marR="0" algn="just">
                        <a:lnSpc>
                          <a:spcPct val="150000"/>
                        </a:lnSpc>
                        <a:buNone/>
                      </a:pPr>
                      <a:r>
                        <a:rPr lang="en-US" sz="1200">
                          <a:effectLst/>
                        </a:rPr>
                        <a:t>Mouse Events Modifier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If mouse events selected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Here is a list of user mouse events since the last screenshot: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extLst>
                  <a:ext uri="{0D108BD9-81ED-4DB2-BD59-A6C34878D82A}">
                    <a16:rowId xmlns:a16="http://schemas.microsoft.com/office/drawing/2014/main" val="3760961723"/>
                  </a:ext>
                </a:extLst>
              </a:tr>
              <a:tr h="374353">
                <a:tc>
                  <a:txBody>
                    <a:bodyPr/>
                    <a:lstStyle/>
                    <a:p>
                      <a:pPr marL="0" marR="0" algn="just">
                        <a:lnSpc>
                          <a:spcPct val="150000"/>
                        </a:lnSpc>
                        <a:buNone/>
                      </a:pPr>
                      <a:r>
                        <a:rPr lang="en-US" sz="1200">
                          <a:effectLst/>
                        </a:rPr>
                        <a:t>Keyboard Events Modifier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If keyboard events selected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Here is a list of user keyboard events since the last screenshot. Compare what they typed with what is present in the screenshot: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extLst>
                  <a:ext uri="{0D108BD9-81ED-4DB2-BD59-A6C34878D82A}">
                    <a16:rowId xmlns:a16="http://schemas.microsoft.com/office/drawing/2014/main" val="3479174731"/>
                  </a:ext>
                </a:extLst>
              </a:tr>
              <a:tr h="374353">
                <a:tc>
                  <a:txBody>
                    <a:bodyPr/>
                    <a:lstStyle/>
                    <a:p>
                      <a:pPr marL="0" marR="0" algn="just">
                        <a:lnSpc>
                          <a:spcPct val="150000"/>
                        </a:lnSpc>
                        <a:buNone/>
                      </a:pPr>
                      <a:r>
                        <a:rPr lang="en-US" sz="1200">
                          <a:effectLst/>
                        </a:rPr>
                        <a:t>Clipboard Events Modifier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a:effectLst/>
                        </a:rPr>
                        <a:t>If clipboard events selected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tc>
                  <a:txBody>
                    <a:bodyPr/>
                    <a:lstStyle/>
                    <a:p>
                      <a:pPr marL="0" marR="0" algn="just">
                        <a:lnSpc>
                          <a:spcPct val="150000"/>
                        </a:lnSpc>
                        <a:buNone/>
                      </a:pPr>
                      <a:r>
                        <a:rPr lang="en-US" sz="1200" dirty="0">
                          <a:effectLst/>
                        </a:rPr>
                        <a:t>Here is what the user copied/pasted into their clipboard since the last screenshot. It is trimmed to 500 characters: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586" marR="45586" marT="0" marB="0"/>
                </a:tc>
                <a:extLst>
                  <a:ext uri="{0D108BD9-81ED-4DB2-BD59-A6C34878D82A}">
                    <a16:rowId xmlns:a16="http://schemas.microsoft.com/office/drawing/2014/main" val="3649021881"/>
                  </a:ext>
                </a:extLst>
              </a:tr>
            </a:tbl>
          </a:graphicData>
        </a:graphic>
      </p:graphicFrame>
    </p:spTree>
    <p:extLst>
      <p:ext uri="{BB962C8B-B14F-4D97-AF65-F5344CB8AC3E}">
        <p14:creationId xmlns:p14="http://schemas.microsoft.com/office/powerpoint/2010/main" val="17345926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EB0AC-0062-E4EC-FA2D-660D01DCF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FADD3-8EB7-0C77-C4F8-31D3C7E4A22D}"/>
              </a:ext>
            </a:extLst>
          </p:cNvPr>
          <p:cNvSpPr>
            <a:spLocks noGrp="1"/>
          </p:cNvSpPr>
          <p:nvPr>
            <p:ph type="title"/>
          </p:nvPr>
        </p:nvSpPr>
        <p:spPr>
          <a:xfrm>
            <a:off x="391349" y="125939"/>
            <a:ext cx="5456700" cy="764491"/>
          </a:xfrm>
        </p:spPr>
        <p:txBody>
          <a:bodyPr>
            <a:normAutofit/>
          </a:bodyPr>
          <a:lstStyle/>
          <a:p>
            <a:r>
              <a:rPr lang="en-US" sz="3600" dirty="0"/>
              <a:t>ProvTracer: Primer Window</a:t>
            </a:r>
          </a:p>
        </p:txBody>
      </p:sp>
      <p:sp>
        <p:nvSpPr>
          <p:cNvPr id="3" name="Content Placeholder 2">
            <a:extLst>
              <a:ext uri="{FF2B5EF4-FFF2-40B4-BE49-F238E27FC236}">
                <a16:creationId xmlns:a16="http://schemas.microsoft.com/office/drawing/2014/main" id="{80A60DF7-AF64-C3EE-9E5A-2196AAF3884C}"/>
              </a:ext>
            </a:extLst>
          </p:cNvPr>
          <p:cNvSpPr>
            <a:spLocks noGrp="1"/>
          </p:cNvSpPr>
          <p:nvPr>
            <p:ph idx="1"/>
          </p:nvPr>
        </p:nvSpPr>
        <p:spPr>
          <a:xfrm>
            <a:off x="838200" y="1033512"/>
            <a:ext cx="5124149" cy="5143451"/>
          </a:xfrm>
        </p:spPr>
        <p:txBody>
          <a:bodyPr>
            <a:normAutofit fontScale="92500" lnSpcReduction="10000"/>
          </a:bodyPr>
          <a:lstStyle/>
          <a:p>
            <a:pPr algn="just"/>
            <a:r>
              <a:rPr lang="en-US" b="1" dirty="0"/>
              <a:t>Session primer</a:t>
            </a:r>
            <a:r>
              <a:rPr lang="en-US" dirty="0"/>
              <a:t>: user selects contexts and provides a short primer about their planned work</a:t>
            </a:r>
          </a:p>
          <a:p>
            <a:pPr algn="just"/>
            <a:r>
              <a:rPr lang="en-US" b="1" dirty="0"/>
              <a:t>Work mode &amp; capture settings</a:t>
            </a:r>
            <a:r>
              <a:rPr lang="en-US" dirty="0"/>
              <a:t>: </a:t>
            </a:r>
            <a:r>
              <a:rPr lang="en-US"/>
              <a:t>user selects </a:t>
            </a:r>
            <a:r>
              <a:rPr lang="en-US" dirty="0"/>
              <a:t>screenshot interval, thread count, and work mode</a:t>
            </a:r>
          </a:p>
          <a:p>
            <a:pPr algn="just"/>
            <a:r>
              <a:rPr lang="en-US" b="1" dirty="0"/>
              <a:t>MLLM</a:t>
            </a:r>
            <a:r>
              <a:rPr lang="en-US" dirty="0"/>
              <a:t>: user selects the GPT model and gives an API key</a:t>
            </a:r>
          </a:p>
          <a:p>
            <a:pPr algn="just"/>
            <a:r>
              <a:rPr lang="en-US" b="1" dirty="0"/>
              <a:t>Execution Options</a:t>
            </a:r>
            <a:r>
              <a:rPr lang="en-US" dirty="0"/>
              <a:t>:</a:t>
            </a:r>
          </a:p>
          <a:p>
            <a:pPr lvl="1" algn="just"/>
            <a:r>
              <a:rPr lang="en-US" b="1" dirty="0"/>
              <a:t>Save Context</a:t>
            </a:r>
            <a:r>
              <a:rPr lang="en-US" dirty="0"/>
              <a:t>: record screenshots and context, send to MLLM</a:t>
            </a:r>
          </a:p>
          <a:p>
            <a:pPr lvl="1" algn="just"/>
            <a:r>
              <a:rPr lang="en-US" b="1" dirty="0"/>
              <a:t>Skip Context</a:t>
            </a:r>
            <a:r>
              <a:rPr lang="en-US" dirty="0"/>
              <a:t>: send only screenshots to MLLM</a:t>
            </a:r>
          </a:p>
          <a:p>
            <a:pPr lvl="1" algn="just"/>
            <a:r>
              <a:rPr lang="en-US" b="1" dirty="0"/>
              <a:t>Record Only</a:t>
            </a:r>
            <a:r>
              <a:rPr lang="en-US" dirty="0"/>
              <a:t>: capture provenance locally without prompting</a:t>
            </a:r>
          </a:p>
        </p:txBody>
      </p:sp>
      <p:sp>
        <p:nvSpPr>
          <p:cNvPr id="4" name="Date Placeholder 3">
            <a:extLst>
              <a:ext uri="{FF2B5EF4-FFF2-40B4-BE49-F238E27FC236}">
                <a16:creationId xmlns:a16="http://schemas.microsoft.com/office/drawing/2014/main" id="{0F8762A8-1C1F-2332-9E01-A0D4B7124BB1}"/>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AAF17603-B2B2-4907-D875-4C2DDFA9A8FE}"/>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958917C7-B388-8861-FC5E-E908A79C969B}"/>
              </a:ext>
            </a:extLst>
          </p:cNvPr>
          <p:cNvSpPr>
            <a:spLocks noGrp="1"/>
          </p:cNvSpPr>
          <p:nvPr>
            <p:ph type="sldNum" sz="quarter" idx="12"/>
          </p:nvPr>
        </p:nvSpPr>
        <p:spPr/>
        <p:txBody>
          <a:bodyPr/>
          <a:lstStyle/>
          <a:p>
            <a:fld id="{C473A0A6-EC25-4F79-943E-C6FB53EAB36C}" type="slidenum">
              <a:rPr lang="en-US" smtClean="0"/>
              <a:t>35</a:t>
            </a:fld>
            <a:endParaRPr lang="en-US"/>
          </a:p>
        </p:txBody>
      </p:sp>
      <p:pic>
        <p:nvPicPr>
          <p:cNvPr id="10" name="Picture 9">
            <a:extLst>
              <a:ext uri="{FF2B5EF4-FFF2-40B4-BE49-F238E27FC236}">
                <a16:creationId xmlns:a16="http://schemas.microsoft.com/office/drawing/2014/main" id="{314E4F4F-C2A6-DDC4-3577-2FA779F551F2}"/>
              </a:ext>
            </a:extLst>
          </p:cNvPr>
          <p:cNvPicPr>
            <a:picLocks noChangeAspect="1"/>
          </p:cNvPicPr>
          <p:nvPr/>
        </p:nvPicPr>
        <p:blipFill>
          <a:blip r:embed="rId2"/>
          <a:srcRect l="156" t="335" r="391" b="392"/>
          <a:stretch/>
        </p:blipFill>
        <p:spPr>
          <a:xfrm>
            <a:off x="6229652" y="787813"/>
            <a:ext cx="5780248" cy="5282373"/>
          </a:xfrm>
          <a:prstGeom prst="rect">
            <a:avLst/>
          </a:prstGeom>
          <a:ln>
            <a:solidFill>
              <a:schemeClr val="tx1"/>
            </a:solidFill>
          </a:ln>
        </p:spPr>
      </p:pic>
    </p:spTree>
    <p:extLst>
      <p:ext uri="{BB962C8B-B14F-4D97-AF65-F5344CB8AC3E}">
        <p14:creationId xmlns:p14="http://schemas.microsoft.com/office/powerpoint/2010/main" val="27416111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7BB90-0A50-0C98-B9A4-BCDBC7B7C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8392E-7FF0-913B-56A0-F761AA9EDDE1}"/>
              </a:ext>
            </a:extLst>
          </p:cNvPr>
          <p:cNvSpPr>
            <a:spLocks noGrp="1"/>
          </p:cNvSpPr>
          <p:nvPr>
            <p:ph type="title"/>
          </p:nvPr>
        </p:nvSpPr>
        <p:spPr/>
        <p:txBody>
          <a:bodyPr/>
          <a:lstStyle/>
          <a:p>
            <a:r>
              <a:rPr lang="en-US" dirty="0"/>
              <a:t>ProvTracer: Informed Consent</a:t>
            </a:r>
          </a:p>
        </p:txBody>
      </p:sp>
      <p:sp>
        <p:nvSpPr>
          <p:cNvPr id="3" name="Content Placeholder 2">
            <a:extLst>
              <a:ext uri="{FF2B5EF4-FFF2-40B4-BE49-F238E27FC236}">
                <a16:creationId xmlns:a16="http://schemas.microsoft.com/office/drawing/2014/main" id="{BEE1BD06-5F5D-92F6-4557-EA94EDFA0529}"/>
              </a:ext>
            </a:extLst>
          </p:cNvPr>
          <p:cNvSpPr>
            <a:spLocks noGrp="1"/>
          </p:cNvSpPr>
          <p:nvPr>
            <p:ph idx="1"/>
          </p:nvPr>
        </p:nvSpPr>
        <p:spPr>
          <a:xfrm>
            <a:off x="838200" y="1825625"/>
            <a:ext cx="5865000" cy="4351338"/>
          </a:xfrm>
        </p:spPr>
        <p:txBody>
          <a:bodyPr/>
          <a:lstStyle/>
          <a:p>
            <a:pPr algn="just"/>
            <a:r>
              <a:rPr lang="en-US" dirty="0"/>
              <a:t>ProvTracer is, from one point of view, a keylogger</a:t>
            </a:r>
          </a:p>
          <a:p>
            <a:pPr algn="just"/>
            <a:r>
              <a:rPr lang="en-US" dirty="0"/>
              <a:t>To retain a level of informed consent, an explicit disclaimer message is displayed before the start of any work session</a:t>
            </a:r>
          </a:p>
        </p:txBody>
      </p:sp>
      <p:sp>
        <p:nvSpPr>
          <p:cNvPr id="4" name="Date Placeholder 3">
            <a:extLst>
              <a:ext uri="{FF2B5EF4-FFF2-40B4-BE49-F238E27FC236}">
                <a16:creationId xmlns:a16="http://schemas.microsoft.com/office/drawing/2014/main" id="{44B9979E-A09C-A87C-38F7-FB855D501889}"/>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3E93CB54-1838-FD77-3080-BA4C76933BFB}"/>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66C59DCD-047F-8A7E-4566-0D471A83623E}"/>
              </a:ext>
            </a:extLst>
          </p:cNvPr>
          <p:cNvSpPr>
            <a:spLocks noGrp="1"/>
          </p:cNvSpPr>
          <p:nvPr>
            <p:ph type="sldNum" sz="quarter" idx="12"/>
          </p:nvPr>
        </p:nvSpPr>
        <p:spPr/>
        <p:txBody>
          <a:bodyPr/>
          <a:lstStyle/>
          <a:p>
            <a:fld id="{C473A0A6-EC25-4F79-943E-C6FB53EAB36C}" type="slidenum">
              <a:rPr lang="en-US" smtClean="0"/>
              <a:t>36</a:t>
            </a:fld>
            <a:endParaRPr lang="en-US"/>
          </a:p>
        </p:txBody>
      </p:sp>
      <p:pic>
        <p:nvPicPr>
          <p:cNvPr id="8" name="Picture 7" descr="A screenshot of a computer&#10;&#10;AI-generated content may be incorrect.">
            <a:extLst>
              <a:ext uri="{FF2B5EF4-FFF2-40B4-BE49-F238E27FC236}">
                <a16:creationId xmlns:a16="http://schemas.microsoft.com/office/drawing/2014/main" id="{727855A5-F801-F556-7072-69DDA088CE7A}"/>
              </a:ext>
            </a:extLst>
          </p:cNvPr>
          <p:cNvPicPr>
            <a:picLocks noChangeAspect="1"/>
          </p:cNvPicPr>
          <p:nvPr/>
        </p:nvPicPr>
        <p:blipFill rotWithShape="1">
          <a:blip r:embed="rId2"/>
          <a:srcRect l="520" t="565" r="682" b="589"/>
          <a:stretch/>
        </p:blipFill>
        <p:spPr bwMode="auto">
          <a:xfrm>
            <a:off x="7050044" y="1804750"/>
            <a:ext cx="4794956" cy="4393088"/>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83917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6DA74-AC66-CCA1-C444-C70A4CA5B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AF67B-C970-D0AA-50CB-A9E855590FAC}"/>
              </a:ext>
            </a:extLst>
          </p:cNvPr>
          <p:cNvSpPr>
            <a:spLocks noGrp="1"/>
          </p:cNvSpPr>
          <p:nvPr>
            <p:ph type="title"/>
          </p:nvPr>
        </p:nvSpPr>
        <p:spPr/>
        <p:txBody>
          <a:bodyPr/>
          <a:lstStyle/>
          <a:p>
            <a:r>
              <a:rPr lang="en-US" dirty="0"/>
              <a:t>ProvTracer: Informed Consent </a:t>
            </a:r>
          </a:p>
        </p:txBody>
      </p:sp>
      <p:sp>
        <p:nvSpPr>
          <p:cNvPr id="3" name="Content Placeholder 2">
            <a:extLst>
              <a:ext uri="{FF2B5EF4-FFF2-40B4-BE49-F238E27FC236}">
                <a16:creationId xmlns:a16="http://schemas.microsoft.com/office/drawing/2014/main" id="{1D6FFAB7-3A98-689F-0E81-706FB56597F8}"/>
              </a:ext>
            </a:extLst>
          </p:cNvPr>
          <p:cNvSpPr>
            <a:spLocks noGrp="1"/>
          </p:cNvSpPr>
          <p:nvPr>
            <p:ph idx="1"/>
          </p:nvPr>
        </p:nvSpPr>
        <p:spPr/>
        <p:txBody>
          <a:bodyPr>
            <a:normAutofit/>
          </a:bodyPr>
          <a:lstStyle/>
          <a:p>
            <a:r>
              <a:rPr lang="en-US" sz="2700" dirty="0"/>
              <a:t>The active ProvTracer window always displays a disclaimer message</a:t>
            </a:r>
          </a:p>
        </p:txBody>
      </p:sp>
      <p:sp>
        <p:nvSpPr>
          <p:cNvPr id="4" name="Date Placeholder 3">
            <a:extLst>
              <a:ext uri="{FF2B5EF4-FFF2-40B4-BE49-F238E27FC236}">
                <a16:creationId xmlns:a16="http://schemas.microsoft.com/office/drawing/2014/main" id="{621575D4-058C-5078-7C52-7D3A3EB1AC18}"/>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A6C81442-D886-114A-E84E-67EDC3C628CD}"/>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2897FDF6-E14D-DB04-E611-EB4BBEE8F71F}"/>
              </a:ext>
            </a:extLst>
          </p:cNvPr>
          <p:cNvSpPr>
            <a:spLocks noGrp="1"/>
          </p:cNvSpPr>
          <p:nvPr>
            <p:ph type="sldNum" sz="quarter" idx="12"/>
          </p:nvPr>
        </p:nvSpPr>
        <p:spPr/>
        <p:txBody>
          <a:bodyPr/>
          <a:lstStyle/>
          <a:p>
            <a:fld id="{C473A0A6-EC25-4F79-943E-C6FB53EAB36C}" type="slidenum">
              <a:rPr lang="en-US" smtClean="0"/>
              <a:t>37</a:t>
            </a:fld>
            <a:endParaRPr lang="en-US"/>
          </a:p>
        </p:txBody>
      </p:sp>
      <p:pic>
        <p:nvPicPr>
          <p:cNvPr id="7" name="Picture 6" descr="A screenshot of a computer error message&#10;&#10;AI-generated content may be incorrect.">
            <a:extLst>
              <a:ext uri="{FF2B5EF4-FFF2-40B4-BE49-F238E27FC236}">
                <a16:creationId xmlns:a16="http://schemas.microsoft.com/office/drawing/2014/main" id="{BE5ACD3A-1225-4E92-5238-2A2FFAB88BEC}"/>
              </a:ext>
            </a:extLst>
          </p:cNvPr>
          <p:cNvPicPr>
            <a:picLocks noChangeAspect="1"/>
          </p:cNvPicPr>
          <p:nvPr/>
        </p:nvPicPr>
        <p:blipFill rotWithShape="1">
          <a:blip r:embed="rId2"/>
          <a:srcRect l="744" t="2311" r="349" b="1791"/>
          <a:stretch/>
        </p:blipFill>
        <p:spPr bwMode="auto">
          <a:xfrm>
            <a:off x="564600" y="2874427"/>
            <a:ext cx="4641000" cy="1368345"/>
          </a:xfrm>
          <a:prstGeom prst="rect">
            <a:avLst/>
          </a:prstGeom>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0E8F9F6D-A29A-2640-8984-AC87314F870B}"/>
              </a:ext>
            </a:extLst>
          </p:cNvPr>
          <p:cNvPicPr>
            <a:picLocks noChangeAspect="1"/>
          </p:cNvPicPr>
          <p:nvPr/>
        </p:nvPicPr>
        <p:blipFill>
          <a:blip r:embed="rId3"/>
          <a:srcRect t="1307" r="560" b="1797"/>
          <a:stretch/>
        </p:blipFill>
        <p:spPr>
          <a:xfrm>
            <a:off x="3775500" y="4726641"/>
            <a:ext cx="4641000" cy="1378292"/>
          </a:xfrm>
          <a:prstGeom prst="rect">
            <a:avLst/>
          </a:prstGeom>
        </p:spPr>
      </p:pic>
      <p:pic>
        <p:nvPicPr>
          <p:cNvPr id="12" name="Picture 11">
            <a:extLst>
              <a:ext uri="{FF2B5EF4-FFF2-40B4-BE49-F238E27FC236}">
                <a16:creationId xmlns:a16="http://schemas.microsoft.com/office/drawing/2014/main" id="{0D24CD7E-D967-D1FB-4194-99111EF9FD63}"/>
              </a:ext>
            </a:extLst>
          </p:cNvPr>
          <p:cNvPicPr>
            <a:picLocks noChangeAspect="1"/>
          </p:cNvPicPr>
          <p:nvPr/>
        </p:nvPicPr>
        <p:blipFill>
          <a:blip r:embed="rId4"/>
          <a:srcRect r="560" b="2468"/>
          <a:stretch/>
        </p:blipFill>
        <p:spPr>
          <a:xfrm>
            <a:off x="6986400" y="2864480"/>
            <a:ext cx="4641000" cy="1378292"/>
          </a:xfrm>
          <a:prstGeom prst="rect">
            <a:avLst/>
          </a:prstGeom>
        </p:spPr>
      </p:pic>
    </p:spTree>
    <p:extLst>
      <p:ext uri="{BB962C8B-B14F-4D97-AF65-F5344CB8AC3E}">
        <p14:creationId xmlns:p14="http://schemas.microsoft.com/office/powerpoint/2010/main" val="207616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861E-0BA7-41FA-265A-0EDC78BF4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C9AFF-F9C0-8B9E-D8E5-AF30D150D46E}"/>
              </a:ext>
            </a:extLst>
          </p:cNvPr>
          <p:cNvSpPr>
            <a:spLocks noGrp="1"/>
          </p:cNvSpPr>
          <p:nvPr>
            <p:ph type="title"/>
          </p:nvPr>
        </p:nvSpPr>
        <p:spPr/>
        <p:txBody>
          <a:bodyPr/>
          <a:lstStyle/>
          <a:p>
            <a:r>
              <a:rPr lang="en-US" dirty="0"/>
              <a:t>ProvTracer: Work Timeslice</a:t>
            </a:r>
          </a:p>
        </p:txBody>
      </p:sp>
      <p:sp>
        <p:nvSpPr>
          <p:cNvPr id="3" name="Content Placeholder 2">
            <a:extLst>
              <a:ext uri="{FF2B5EF4-FFF2-40B4-BE49-F238E27FC236}">
                <a16:creationId xmlns:a16="http://schemas.microsoft.com/office/drawing/2014/main" id="{25D572CF-4847-102A-5E31-E44C142DD0E4}"/>
              </a:ext>
            </a:extLst>
          </p:cNvPr>
          <p:cNvSpPr>
            <a:spLocks noGrp="1"/>
          </p:cNvSpPr>
          <p:nvPr>
            <p:ph idx="1"/>
          </p:nvPr>
        </p:nvSpPr>
        <p:spPr>
          <a:xfrm>
            <a:off x="838200" y="1825625"/>
            <a:ext cx="6138600" cy="4351338"/>
          </a:xfrm>
        </p:spPr>
        <p:txBody>
          <a:bodyPr>
            <a:normAutofit/>
          </a:bodyPr>
          <a:lstStyle/>
          <a:p>
            <a:pPr algn="just"/>
            <a:r>
              <a:rPr lang="en-US" dirty="0"/>
              <a:t>A schematic view of a real ProvTracer output</a:t>
            </a:r>
          </a:p>
          <a:p>
            <a:pPr algn="just"/>
            <a:r>
              <a:rPr lang="en-US" dirty="0"/>
              <a:t>A Work Session is started by a User</a:t>
            </a:r>
          </a:p>
          <a:p>
            <a:pPr lvl="1" algn="just"/>
            <a:r>
              <a:rPr lang="en-US" dirty="0"/>
              <a:t>A Work Session contains 1..n Work Timeslices</a:t>
            </a:r>
          </a:p>
          <a:p>
            <a:pPr lvl="1" algn="just"/>
            <a:r>
              <a:rPr lang="en-US" dirty="0"/>
              <a:t>A Work Timeslice contains 1 Timeslice Packet</a:t>
            </a:r>
          </a:p>
          <a:p>
            <a:pPr algn="just"/>
            <a:r>
              <a:rPr lang="en-US" dirty="0"/>
              <a:t>Hierarchy adherence all the way to PROV-O and BFO terms</a:t>
            </a:r>
          </a:p>
          <a:p>
            <a:pPr algn="just"/>
            <a:r>
              <a:rPr lang="en-US" dirty="0"/>
              <a:t>Generated each screenshot interval</a:t>
            </a:r>
          </a:p>
        </p:txBody>
      </p:sp>
      <p:sp>
        <p:nvSpPr>
          <p:cNvPr id="4" name="Date Placeholder 3">
            <a:extLst>
              <a:ext uri="{FF2B5EF4-FFF2-40B4-BE49-F238E27FC236}">
                <a16:creationId xmlns:a16="http://schemas.microsoft.com/office/drawing/2014/main" id="{1AE77C98-5E93-C5C4-8209-33304D5450B9}"/>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E2502A6A-CF26-59C2-AEDF-AD71FB0E3F61}"/>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78CAFF0B-20E1-9D3B-5169-572219AACDE2}"/>
              </a:ext>
            </a:extLst>
          </p:cNvPr>
          <p:cNvSpPr>
            <a:spLocks noGrp="1"/>
          </p:cNvSpPr>
          <p:nvPr>
            <p:ph type="sldNum" sz="quarter" idx="12"/>
          </p:nvPr>
        </p:nvSpPr>
        <p:spPr/>
        <p:txBody>
          <a:bodyPr/>
          <a:lstStyle/>
          <a:p>
            <a:fld id="{C473A0A6-EC25-4F79-943E-C6FB53EAB36C}" type="slidenum">
              <a:rPr lang="en-US" smtClean="0"/>
              <a:t>38</a:t>
            </a:fld>
            <a:endParaRPr lang="en-US"/>
          </a:p>
        </p:txBody>
      </p:sp>
      <p:pic>
        <p:nvPicPr>
          <p:cNvPr id="8" name="Picture 7" descr="A diagram of a network&#10;&#10;AI-generated content may be incorrect.">
            <a:extLst>
              <a:ext uri="{FF2B5EF4-FFF2-40B4-BE49-F238E27FC236}">
                <a16:creationId xmlns:a16="http://schemas.microsoft.com/office/drawing/2014/main" id="{034C8976-A618-1C67-A3FC-18289112F6E3}"/>
              </a:ext>
            </a:extLst>
          </p:cNvPr>
          <p:cNvPicPr>
            <a:picLocks noChangeAspect="1"/>
          </p:cNvPicPr>
          <p:nvPr/>
        </p:nvPicPr>
        <p:blipFill rotWithShape="1">
          <a:blip r:embed="rId2"/>
          <a:srcRect l="7322" t="1373" r="8085" b="1433"/>
          <a:stretch/>
        </p:blipFill>
        <p:spPr bwMode="auto">
          <a:xfrm>
            <a:off x="7711200" y="136525"/>
            <a:ext cx="4356001" cy="627056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8947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805FB-7213-3B63-E910-FD6BFFBD0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80F62-CE64-B13C-8D91-C3407C96EF12}"/>
              </a:ext>
            </a:extLst>
          </p:cNvPr>
          <p:cNvSpPr>
            <a:spLocks noGrp="1"/>
          </p:cNvSpPr>
          <p:nvPr>
            <p:ph type="title"/>
          </p:nvPr>
        </p:nvSpPr>
        <p:spPr/>
        <p:txBody>
          <a:bodyPr/>
          <a:lstStyle/>
          <a:p>
            <a:r>
              <a:rPr lang="en-US" dirty="0"/>
              <a:t>ProvTracer: Work Timeslice Chains</a:t>
            </a:r>
          </a:p>
        </p:txBody>
      </p:sp>
      <p:sp>
        <p:nvSpPr>
          <p:cNvPr id="4" name="Date Placeholder 3">
            <a:extLst>
              <a:ext uri="{FF2B5EF4-FFF2-40B4-BE49-F238E27FC236}">
                <a16:creationId xmlns:a16="http://schemas.microsoft.com/office/drawing/2014/main" id="{3FDD9486-05A0-95BD-0482-7DBC08E87302}"/>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56D9F052-A018-CBDC-A261-52CF43C76CC3}"/>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D87D3CF8-CD74-C7A5-A562-148C2DBCFA42}"/>
              </a:ext>
            </a:extLst>
          </p:cNvPr>
          <p:cNvSpPr>
            <a:spLocks noGrp="1"/>
          </p:cNvSpPr>
          <p:nvPr>
            <p:ph type="sldNum" sz="quarter" idx="12"/>
          </p:nvPr>
        </p:nvSpPr>
        <p:spPr/>
        <p:txBody>
          <a:bodyPr/>
          <a:lstStyle/>
          <a:p>
            <a:fld id="{C473A0A6-EC25-4F79-943E-C6FB53EAB36C}" type="slidenum">
              <a:rPr lang="en-US" smtClean="0"/>
              <a:t>39</a:t>
            </a:fld>
            <a:endParaRPr lang="en-US"/>
          </a:p>
        </p:txBody>
      </p:sp>
      <p:pic>
        <p:nvPicPr>
          <p:cNvPr id="7" name="Picture 6" descr="A diagram of a network&#10;&#10;AI-generated content may be incorrect.">
            <a:extLst>
              <a:ext uri="{FF2B5EF4-FFF2-40B4-BE49-F238E27FC236}">
                <a16:creationId xmlns:a16="http://schemas.microsoft.com/office/drawing/2014/main" id="{54A08FB6-4478-330E-2A3B-67C3D0839773}"/>
              </a:ext>
            </a:extLst>
          </p:cNvPr>
          <p:cNvPicPr>
            <a:picLocks noChangeAspect="1"/>
          </p:cNvPicPr>
          <p:nvPr/>
        </p:nvPicPr>
        <p:blipFill rotWithShape="1">
          <a:blip r:embed="rId3"/>
          <a:srcRect l="1071" r="3461" b="1139"/>
          <a:stretch/>
        </p:blipFill>
        <p:spPr bwMode="auto">
          <a:xfrm>
            <a:off x="1443975" y="1762560"/>
            <a:ext cx="9304050" cy="438499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35948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1D511-A29E-2110-CA25-DAEB81CDF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72BB1-99FC-6E37-ADA9-484595CB5614}"/>
              </a:ext>
            </a:extLst>
          </p:cNvPr>
          <p:cNvSpPr>
            <a:spLocks noGrp="1"/>
          </p:cNvSpPr>
          <p:nvPr>
            <p:ph type="title"/>
          </p:nvPr>
        </p:nvSpPr>
        <p:spPr/>
        <p:txBody>
          <a:bodyPr/>
          <a:lstStyle/>
          <a:p>
            <a:r>
              <a:rPr lang="en-US" dirty="0"/>
              <a:t>ProvTracer: GraphDB Demonstration</a:t>
            </a:r>
          </a:p>
        </p:txBody>
      </p:sp>
      <p:sp>
        <p:nvSpPr>
          <p:cNvPr id="4" name="Date Placeholder 3">
            <a:extLst>
              <a:ext uri="{FF2B5EF4-FFF2-40B4-BE49-F238E27FC236}">
                <a16:creationId xmlns:a16="http://schemas.microsoft.com/office/drawing/2014/main" id="{A0A34877-7EB4-E8A0-BBA5-3CFC0FC75897}"/>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0FA6BF2C-C894-1B34-4F09-1BED02A73F22}"/>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3AD088F4-E8E8-A29C-8F04-5E25B6CF0B30}"/>
              </a:ext>
            </a:extLst>
          </p:cNvPr>
          <p:cNvSpPr>
            <a:spLocks noGrp="1"/>
          </p:cNvSpPr>
          <p:nvPr>
            <p:ph type="sldNum" sz="quarter" idx="12"/>
          </p:nvPr>
        </p:nvSpPr>
        <p:spPr/>
        <p:txBody>
          <a:bodyPr/>
          <a:lstStyle/>
          <a:p>
            <a:fld id="{C473A0A6-EC25-4F79-943E-C6FB53EAB36C}" type="slidenum">
              <a:rPr lang="en-US" smtClean="0"/>
              <a:t>40</a:t>
            </a:fld>
            <a:endParaRPr lang="en-US"/>
          </a:p>
        </p:txBody>
      </p:sp>
      <p:pic>
        <p:nvPicPr>
          <p:cNvPr id="8" name="2025-02-06 10-24-59">
            <a:hlinkClick r:id="" action="ppaction://media"/>
            <a:extLst>
              <a:ext uri="{FF2B5EF4-FFF2-40B4-BE49-F238E27FC236}">
                <a16:creationId xmlns:a16="http://schemas.microsoft.com/office/drawing/2014/main" id="{146F4102-09E4-4F9E-224C-751AB3431D2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625955" y="1327663"/>
            <a:ext cx="8940090" cy="5028687"/>
          </a:xfrm>
          <a:prstGeom prst="rect">
            <a:avLst/>
          </a:prstGeom>
        </p:spPr>
      </p:pic>
    </p:spTree>
    <p:extLst>
      <p:ext uri="{BB962C8B-B14F-4D97-AF65-F5344CB8AC3E}">
        <p14:creationId xmlns:p14="http://schemas.microsoft.com/office/powerpoint/2010/main" val="4014111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2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vol="80000">
                <p:cTn id="12" fill="hold" display="0">
                  <p:stCondLst>
                    <p:cond delay="indefinite"/>
                  </p:stCondLst>
                </p:cTn>
                <p:tgtEl>
                  <p:spTgt spid="8"/>
                </p:tgtEl>
              </p:cMediaNode>
            </p:vide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8B7E7-AC35-5DE6-958A-C038EE0F99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F2DF70-D681-73F7-88D9-E6102BD952AF}"/>
              </a:ext>
            </a:extLst>
          </p:cNvPr>
          <p:cNvSpPr>
            <a:spLocks noGrp="1"/>
          </p:cNvSpPr>
          <p:nvPr>
            <p:ph idx="1"/>
          </p:nvPr>
        </p:nvSpPr>
        <p:spPr>
          <a:xfrm>
            <a:off x="838200" y="3051000"/>
            <a:ext cx="10515600" cy="756000"/>
          </a:xfrm>
        </p:spPr>
        <p:txBody>
          <a:bodyPr>
            <a:normAutofit/>
          </a:bodyPr>
          <a:lstStyle/>
          <a:p>
            <a:pPr marL="0" indent="0" algn="ctr">
              <a:buNone/>
            </a:pPr>
            <a:r>
              <a:rPr lang="en-US" sz="4000" dirty="0"/>
              <a:t>Dissertation Evaluation</a:t>
            </a:r>
          </a:p>
        </p:txBody>
      </p:sp>
      <p:sp>
        <p:nvSpPr>
          <p:cNvPr id="4" name="Date Placeholder 3">
            <a:extLst>
              <a:ext uri="{FF2B5EF4-FFF2-40B4-BE49-F238E27FC236}">
                <a16:creationId xmlns:a16="http://schemas.microsoft.com/office/drawing/2014/main" id="{8C8AF390-F3B9-7EA7-4DF9-30886E3395C4}"/>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B9228105-B1AB-447D-DD34-E7CC8C8B6B72}"/>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50397894-5DF0-A532-5728-7F1A1936F963}"/>
              </a:ext>
            </a:extLst>
          </p:cNvPr>
          <p:cNvSpPr>
            <a:spLocks noGrp="1"/>
          </p:cNvSpPr>
          <p:nvPr>
            <p:ph type="sldNum" sz="quarter" idx="12"/>
          </p:nvPr>
        </p:nvSpPr>
        <p:spPr/>
        <p:txBody>
          <a:bodyPr/>
          <a:lstStyle/>
          <a:p>
            <a:fld id="{C473A0A6-EC25-4F79-943E-C6FB53EAB36C}" type="slidenum">
              <a:rPr lang="en-US" smtClean="0"/>
              <a:t>41</a:t>
            </a:fld>
            <a:endParaRPr lang="en-US"/>
          </a:p>
        </p:txBody>
      </p:sp>
    </p:spTree>
    <p:extLst>
      <p:ext uri="{BB962C8B-B14F-4D97-AF65-F5344CB8AC3E}">
        <p14:creationId xmlns:p14="http://schemas.microsoft.com/office/powerpoint/2010/main" val="15147101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9D5AC-3B83-E8D9-6BBA-BCEC8978F026}"/>
              </a:ext>
            </a:extLst>
          </p:cNvPr>
          <p:cNvSpPr>
            <a:spLocks noGrp="1"/>
          </p:cNvSpPr>
          <p:nvPr>
            <p:ph type="title"/>
          </p:nvPr>
        </p:nvSpPr>
        <p:spPr/>
        <p:txBody>
          <a:bodyPr/>
          <a:lstStyle/>
          <a:p>
            <a:r>
              <a:rPr lang="en-US" dirty="0"/>
              <a:t>Grounded Theory</a:t>
            </a:r>
          </a:p>
        </p:txBody>
      </p:sp>
      <p:sp>
        <p:nvSpPr>
          <p:cNvPr id="3" name="Content Placeholder 2">
            <a:extLst>
              <a:ext uri="{FF2B5EF4-FFF2-40B4-BE49-F238E27FC236}">
                <a16:creationId xmlns:a16="http://schemas.microsoft.com/office/drawing/2014/main" id="{94B43502-9D65-41F5-FBE4-5501B895272A}"/>
              </a:ext>
            </a:extLst>
          </p:cNvPr>
          <p:cNvSpPr>
            <a:spLocks noGrp="1"/>
          </p:cNvSpPr>
          <p:nvPr>
            <p:ph idx="1"/>
          </p:nvPr>
        </p:nvSpPr>
        <p:spPr/>
        <p:txBody>
          <a:bodyPr>
            <a:normAutofit/>
          </a:bodyPr>
          <a:lstStyle/>
          <a:p>
            <a:pPr marL="0" indent="0" algn="just">
              <a:buNone/>
            </a:pPr>
            <a:r>
              <a:rPr lang="en-US" dirty="0"/>
              <a:t>Evaluating the system is difficult, because output is non-numerical</a:t>
            </a:r>
          </a:p>
          <a:p>
            <a:pPr algn="just"/>
            <a:r>
              <a:rPr lang="en-US" b="1" dirty="0"/>
              <a:t>Grounded theory</a:t>
            </a:r>
            <a:r>
              <a:rPr lang="en-US" dirty="0"/>
              <a:t>: allows structure and insight to emerge from data without presupposing an interpretation framework</a:t>
            </a:r>
          </a:p>
          <a:p>
            <a:pPr marL="971550" lvl="1" indent="-514350" algn="just">
              <a:buFont typeface="+mj-lt"/>
              <a:buAutoNum type="arabicPeriod"/>
            </a:pPr>
            <a:r>
              <a:rPr lang="en-US" b="1" dirty="0"/>
              <a:t>Open coding</a:t>
            </a:r>
            <a:r>
              <a:rPr lang="en-US" dirty="0"/>
              <a:t>: identify recurring terms in the generated descriptions and group them into low-level conceptual labels</a:t>
            </a:r>
          </a:p>
          <a:p>
            <a:pPr marL="971550" lvl="1" indent="-514350" algn="just">
              <a:buFont typeface="+mj-lt"/>
              <a:buAutoNum type="arabicPeriod"/>
            </a:pPr>
            <a:r>
              <a:rPr lang="en-US" b="1" dirty="0"/>
              <a:t>Axial coding</a:t>
            </a:r>
            <a:r>
              <a:rPr lang="en-US" dirty="0"/>
              <a:t>: cluster related concepts into broader themes that reflect semantic or rhetorical patterns</a:t>
            </a:r>
          </a:p>
          <a:p>
            <a:pPr marL="971550" lvl="1" indent="-514350" algn="just">
              <a:buFont typeface="+mj-lt"/>
              <a:buAutoNum type="arabicPeriod"/>
            </a:pPr>
            <a:r>
              <a:rPr lang="en-US" b="1" dirty="0"/>
              <a:t>Selective coding</a:t>
            </a:r>
            <a:r>
              <a:rPr lang="en-US" dirty="0"/>
              <a:t>: distill the themes into theoretical claims about the system’s behavior or output characteristics</a:t>
            </a:r>
          </a:p>
        </p:txBody>
      </p:sp>
      <p:sp>
        <p:nvSpPr>
          <p:cNvPr id="4" name="Date Placeholder 3">
            <a:extLst>
              <a:ext uri="{FF2B5EF4-FFF2-40B4-BE49-F238E27FC236}">
                <a16:creationId xmlns:a16="http://schemas.microsoft.com/office/drawing/2014/main" id="{AA5C1F3B-267A-E671-6B8B-12D7BE576617}"/>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C2BF9E15-20CE-D2AB-3EBC-95FD597E8AA0}"/>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566E4551-53D3-A8D2-B4DD-FBC84AD99728}"/>
              </a:ext>
            </a:extLst>
          </p:cNvPr>
          <p:cNvSpPr>
            <a:spLocks noGrp="1"/>
          </p:cNvSpPr>
          <p:nvPr>
            <p:ph type="sldNum" sz="quarter" idx="12"/>
          </p:nvPr>
        </p:nvSpPr>
        <p:spPr/>
        <p:txBody>
          <a:bodyPr/>
          <a:lstStyle/>
          <a:p>
            <a:fld id="{C473A0A6-EC25-4F79-943E-C6FB53EAB36C}" type="slidenum">
              <a:rPr lang="en-US" smtClean="0"/>
              <a:t>42</a:t>
            </a:fld>
            <a:endParaRPr lang="en-US"/>
          </a:p>
        </p:txBody>
      </p:sp>
    </p:spTree>
    <p:extLst>
      <p:ext uri="{BB962C8B-B14F-4D97-AF65-F5344CB8AC3E}">
        <p14:creationId xmlns:p14="http://schemas.microsoft.com/office/powerpoint/2010/main" val="23231037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F0BA2-A934-8E5C-098E-247B4EA118DA}"/>
              </a:ext>
            </a:extLst>
          </p:cNvPr>
          <p:cNvSpPr>
            <a:spLocks noGrp="1"/>
          </p:cNvSpPr>
          <p:nvPr>
            <p:ph type="title"/>
          </p:nvPr>
        </p:nvSpPr>
        <p:spPr/>
        <p:txBody>
          <a:bodyPr/>
          <a:lstStyle/>
          <a:p>
            <a:r>
              <a:rPr lang="en-US" dirty="0"/>
              <a:t>Case Study 1: Python Programming</a:t>
            </a:r>
          </a:p>
        </p:txBody>
      </p:sp>
      <p:sp>
        <p:nvSpPr>
          <p:cNvPr id="3" name="Content Placeholder 2">
            <a:extLst>
              <a:ext uri="{FF2B5EF4-FFF2-40B4-BE49-F238E27FC236}">
                <a16:creationId xmlns:a16="http://schemas.microsoft.com/office/drawing/2014/main" id="{27363994-AAF1-B9B9-DD88-B40FAB9CD627}"/>
              </a:ext>
            </a:extLst>
          </p:cNvPr>
          <p:cNvSpPr>
            <a:spLocks noGrp="1"/>
          </p:cNvSpPr>
          <p:nvPr>
            <p:ph idx="1"/>
          </p:nvPr>
        </p:nvSpPr>
        <p:spPr>
          <a:xfrm>
            <a:off x="838200" y="1825625"/>
            <a:ext cx="5013960" cy="4351338"/>
          </a:xfrm>
        </p:spPr>
        <p:txBody>
          <a:bodyPr>
            <a:normAutofit fontScale="85000" lnSpcReduction="20000"/>
          </a:bodyPr>
          <a:lstStyle/>
          <a:p>
            <a:pPr algn="just"/>
            <a:r>
              <a:rPr lang="en-US" b="1" dirty="0"/>
              <a:t>Session focus</a:t>
            </a:r>
            <a:r>
              <a:rPr lang="en-US" dirty="0"/>
              <a:t>: User worked in VS Code for ~30 minutes on Python functions for string manipulation</a:t>
            </a:r>
          </a:p>
          <a:p>
            <a:pPr algn="just"/>
            <a:r>
              <a:rPr lang="en-US" b="1" dirty="0"/>
              <a:t>Provenance capture</a:t>
            </a:r>
            <a:r>
              <a:rPr lang="en-US" dirty="0"/>
              <a:t>: 298 timeslices</a:t>
            </a:r>
          </a:p>
          <a:p>
            <a:pPr algn="just"/>
            <a:r>
              <a:rPr lang="en-US" b="1" dirty="0"/>
              <a:t>MLLM description patterns</a:t>
            </a:r>
            <a:r>
              <a:rPr lang="en-US" dirty="0"/>
              <a:t>: MLLM framed user as an intentional actor, identified code semantics and inferred task-level activity</a:t>
            </a:r>
          </a:p>
          <a:p>
            <a:pPr algn="just"/>
            <a:r>
              <a:rPr lang="en-US" b="1" dirty="0"/>
              <a:t>Observed insights</a:t>
            </a:r>
            <a:r>
              <a:rPr lang="en-US" dirty="0"/>
              <a:t>: Provenance descriptions lacked spatial awareness and sometimes over-interpreted minimal input</a:t>
            </a:r>
          </a:p>
        </p:txBody>
      </p:sp>
      <p:pic>
        <p:nvPicPr>
          <p:cNvPr id="5" name="Picture 4">
            <a:extLst>
              <a:ext uri="{FF2B5EF4-FFF2-40B4-BE49-F238E27FC236}">
                <a16:creationId xmlns:a16="http://schemas.microsoft.com/office/drawing/2014/main" id="{4E3CAA6D-39D0-4626-042F-086125D00FE5}"/>
              </a:ext>
            </a:extLst>
          </p:cNvPr>
          <p:cNvPicPr>
            <a:picLocks noChangeAspect="1"/>
          </p:cNvPicPr>
          <p:nvPr/>
        </p:nvPicPr>
        <p:blipFill rotWithShape="1">
          <a:blip r:embed="rId3">
            <a:extLst>
              <a:ext uri="{28A0092B-C50C-407E-A947-70E740481C1C}">
                <a14:useLocalDpi xmlns:a14="http://schemas.microsoft.com/office/drawing/2010/main" val="0"/>
              </a:ext>
            </a:extLst>
          </a:blip>
          <a:srcRect l="12803" t="11595" r="10056" b="10599"/>
          <a:stretch/>
        </p:blipFill>
        <p:spPr bwMode="auto">
          <a:xfrm>
            <a:off x="6096000" y="2513171"/>
            <a:ext cx="5902325" cy="2976245"/>
          </a:xfrm>
          <a:prstGeom prst="rect">
            <a:avLst/>
          </a:prstGeom>
          <a:noFill/>
          <a:ln>
            <a:noFill/>
          </a:ln>
          <a:extLst>
            <a:ext uri="{53640926-AAD7-44D8-BBD7-CCE9431645EC}">
              <a14:shadowObscured xmlns:a14="http://schemas.microsoft.com/office/drawing/2010/main"/>
            </a:ext>
          </a:extLst>
        </p:spPr>
      </p:pic>
      <p:sp>
        <p:nvSpPr>
          <p:cNvPr id="6" name="Date Placeholder 5">
            <a:extLst>
              <a:ext uri="{FF2B5EF4-FFF2-40B4-BE49-F238E27FC236}">
                <a16:creationId xmlns:a16="http://schemas.microsoft.com/office/drawing/2014/main" id="{57CE823F-B911-C8AA-B76B-EC953478DC8C}"/>
              </a:ext>
            </a:extLst>
          </p:cNvPr>
          <p:cNvSpPr>
            <a:spLocks noGrp="1"/>
          </p:cNvSpPr>
          <p:nvPr>
            <p:ph type="dt" sz="half" idx="10"/>
          </p:nvPr>
        </p:nvSpPr>
        <p:spPr/>
        <p:txBody>
          <a:bodyPr/>
          <a:lstStyle/>
          <a:p>
            <a:r>
              <a:rPr lang="en-US"/>
              <a:t>April 21st, 2025</a:t>
            </a:r>
          </a:p>
        </p:txBody>
      </p:sp>
      <p:sp>
        <p:nvSpPr>
          <p:cNvPr id="7" name="Footer Placeholder 6">
            <a:extLst>
              <a:ext uri="{FF2B5EF4-FFF2-40B4-BE49-F238E27FC236}">
                <a16:creationId xmlns:a16="http://schemas.microsoft.com/office/drawing/2014/main" id="{84356CB7-6981-EAF5-3FF2-26B3D7BD9A53}"/>
              </a:ext>
            </a:extLst>
          </p:cNvPr>
          <p:cNvSpPr>
            <a:spLocks noGrp="1"/>
          </p:cNvSpPr>
          <p:nvPr>
            <p:ph type="ftr" sz="quarter" idx="11"/>
          </p:nvPr>
        </p:nvSpPr>
        <p:spPr/>
        <p:txBody>
          <a:bodyPr/>
          <a:lstStyle/>
          <a:p>
            <a:r>
              <a:rPr lang="de-DE"/>
              <a:t>Tyler T. Procko - ERAU Daytona</a:t>
            </a:r>
            <a:endParaRPr lang="en-US"/>
          </a:p>
        </p:txBody>
      </p:sp>
      <p:sp>
        <p:nvSpPr>
          <p:cNvPr id="8" name="Slide Number Placeholder 7">
            <a:extLst>
              <a:ext uri="{FF2B5EF4-FFF2-40B4-BE49-F238E27FC236}">
                <a16:creationId xmlns:a16="http://schemas.microsoft.com/office/drawing/2014/main" id="{8CD7D7F1-BBC6-E836-85C1-DAC17C802C07}"/>
              </a:ext>
            </a:extLst>
          </p:cNvPr>
          <p:cNvSpPr>
            <a:spLocks noGrp="1"/>
          </p:cNvSpPr>
          <p:nvPr>
            <p:ph type="sldNum" sz="quarter" idx="12"/>
          </p:nvPr>
        </p:nvSpPr>
        <p:spPr/>
        <p:txBody>
          <a:bodyPr/>
          <a:lstStyle/>
          <a:p>
            <a:fld id="{C473A0A6-EC25-4F79-943E-C6FB53EAB36C}" type="slidenum">
              <a:rPr lang="en-US" smtClean="0"/>
              <a:t>43</a:t>
            </a:fld>
            <a:endParaRPr lang="en-US"/>
          </a:p>
        </p:txBody>
      </p:sp>
    </p:spTree>
    <p:extLst>
      <p:ext uri="{BB962C8B-B14F-4D97-AF65-F5344CB8AC3E}">
        <p14:creationId xmlns:p14="http://schemas.microsoft.com/office/powerpoint/2010/main" val="40686572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32720-A391-2ABF-BB66-2DDF0BEB0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CB14F-A285-68EB-86DB-BFDB3FC7774A}"/>
              </a:ext>
            </a:extLst>
          </p:cNvPr>
          <p:cNvSpPr>
            <a:spLocks noGrp="1"/>
          </p:cNvSpPr>
          <p:nvPr>
            <p:ph type="title"/>
          </p:nvPr>
        </p:nvSpPr>
        <p:spPr/>
        <p:txBody>
          <a:bodyPr/>
          <a:lstStyle/>
          <a:p>
            <a:r>
              <a:rPr lang="en-US" dirty="0"/>
              <a:t>Case Study 1: Theoretical Proposition</a:t>
            </a:r>
          </a:p>
        </p:txBody>
      </p:sp>
      <p:sp>
        <p:nvSpPr>
          <p:cNvPr id="3" name="Content Placeholder 2">
            <a:extLst>
              <a:ext uri="{FF2B5EF4-FFF2-40B4-BE49-F238E27FC236}">
                <a16:creationId xmlns:a16="http://schemas.microsoft.com/office/drawing/2014/main" id="{0B0F2B7F-1AC6-A496-9014-365EA502A84A}"/>
              </a:ext>
            </a:extLst>
          </p:cNvPr>
          <p:cNvSpPr>
            <a:spLocks noGrp="1"/>
          </p:cNvSpPr>
          <p:nvPr>
            <p:ph idx="1"/>
          </p:nvPr>
        </p:nvSpPr>
        <p:spPr/>
        <p:txBody>
          <a:bodyPr/>
          <a:lstStyle/>
          <a:p>
            <a:pPr algn="just"/>
            <a:r>
              <a:rPr lang="en-US" dirty="0"/>
              <a:t>MLLM-generated provenance descriptions in ProvTracer abstract low-level interface events into high-level user intentions by emphasizing semantic operations and inferred actions, constructing narratives that anthropomorphize the user and prioritize task-oriented reasoning over raw interaction data, while being limited by a lack of spatial awareness.</a:t>
            </a:r>
          </a:p>
        </p:txBody>
      </p:sp>
      <p:sp>
        <p:nvSpPr>
          <p:cNvPr id="6" name="Date Placeholder 5">
            <a:extLst>
              <a:ext uri="{FF2B5EF4-FFF2-40B4-BE49-F238E27FC236}">
                <a16:creationId xmlns:a16="http://schemas.microsoft.com/office/drawing/2014/main" id="{6F6607FA-EE40-5790-DFA9-3268FCB2B2D6}"/>
              </a:ext>
            </a:extLst>
          </p:cNvPr>
          <p:cNvSpPr>
            <a:spLocks noGrp="1"/>
          </p:cNvSpPr>
          <p:nvPr>
            <p:ph type="dt" sz="half" idx="10"/>
          </p:nvPr>
        </p:nvSpPr>
        <p:spPr/>
        <p:txBody>
          <a:bodyPr/>
          <a:lstStyle/>
          <a:p>
            <a:r>
              <a:rPr lang="en-US"/>
              <a:t>April 21st, 2025</a:t>
            </a:r>
          </a:p>
        </p:txBody>
      </p:sp>
      <p:sp>
        <p:nvSpPr>
          <p:cNvPr id="7" name="Footer Placeholder 6">
            <a:extLst>
              <a:ext uri="{FF2B5EF4-FFF2-40B4-BE49-F238E27FC236}">
                <a16:creationId xmlns:a16="http://schemas.microsoft.com/office/drawing/2014/main" id="{AA58321A-7F24-8DC5-3B72-779B509041BA}"/>
              </a:ext>
            </a:extLst>
          </p:cNvPr>
          <p:cNvSpPr>
            <a:spLocks noGrp="1"/>
          </p:cNvSpPr>
          <p:nvPr>
            <p:ph type="ftr" sz="quarter" idx="11"/>
          </p:nvPr>
        </p:nvSpPr>
        <p:spPr/>
        <p:txBody>
          <a:bodyPr/>
          <a:lstStyle/>
          <a:p>
            <a:r>
              <a:rPr lang="de-DE"/>
              <a:t>Tyler T. Procko - ERAU Daytona</a:t>
            </a:r>
            <a:endParaRPr lang="en-US"/>
          </a:p>
        </p:txBody>
      </p:sp>
      <p:sp>
        <p:nvSpPr>
          <p:cNvPr id="8" name="Slide Number Placeholder 7">
            <a:extLst>
              <a:ext uri="{FF2B5EF4-FFF2-40B4-BE49-F238E27FC236}">
                <a16:creationId xmlns:a16="http://schemas.microsoft.com/office/drawing/2014/main" id="{010A887A-2AEB-8412-195F-C06BD82F8C05}"/>
              </a:ext>
            </a:extLst>
          </p:cNvPr>
          <p:cNvSpPr>
            <a:spLocks noGrp="1"/>
          </p:cNvSpPr>
          <p:nvPr>
            <p:ph type="sldNum" sz="quarter" idx="12"/>
          </p:nvPr>
        </p:nvSpPr>
        <p:spPr/>
        <p:txBody>
          <a:bodyPr/>
          <a:lstStyle/>
          <a:p>
            <a:fld id="{C473A0A6-EC25-4F79-943E-C6FB53EAB36C}" type="slidenum">
              <a:rPr lang="en-US" smtClean="0"/>
              <a:t>44</a:t>
            </a:fld>
            <a:endParaRPr lang="en-US"/>
          </a:p>
        </p:txBody>
      </p:sp>
    </p:spTree>
    <p:extLst>
      <p:ext uri="{BB962C8B-B14F-4D97-AF65-F5344CB8AC3E}">
        <p14:creationId xmlns:p14="http://schemas.microsoft.com/office/powerpoint/2010/main" val="1320763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3495-D200-0597-648C-D4C8D32C8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61422-4193-4840-F643-5A1B23496B51}"/>
              </a:ext>
            </a:extLst>
          </p:cNvPr>
          <p:cNvSpPr>
            <a:spLocks noGrp="1"/>
          </p:cNvSpPr>
          <p:nvPr>
            <p:ph type="title"/>
          </p:nvPr>
        </p:nvSpPr>
        <p:spPr/>
        <p:txBody>
          <a:bodyPr/>
          <a:lstStyle/>
          <a:p>
            <a:r>
              <a:rPr lang="en-US" dirty="0"/>
              <a:t>Case Study 2: Code Documentation</a:t>
            </a:r>
          </a:p>
        </p:txBody>
      </p:sp>
      <p:sp>
        <p:nvSpPr>
          <p:cNvPr id="3" name="Content Placeholder 2">
            <a:extLst>
              <a:ext uri="{FF2B5EF4-FFF2-40B4-BE49-F238E27FC236}">
                <a16:creationId xmlns:a16="http://schemas.microsoft.com/office/drawing/2014/main" id="{70CB50EB-5619-17BB-A8F8-A1EED7E9F804}"/>
              </a:ext>
            </a:extLst>
          </p:cNvPr>
          <p:cNvSpPr>
            <a:spLocks noGrp="1"/>
          </p:cNvSpPr>
          <p:nvPr>
            <p:ph idx="1"/>
          </p:nvPr>
        </p:nvSpPr>
        <p:spPr>
          <a:xfrm>
            <a:off x="838200" y="1825625"/>
            <a:ext cx="4998720" cy="4351338"/>
          </a:xfrm>
        </p:spPr>
        <p:txBody>
          <a:bodyPr>
            <a:normAutofit fontScale="85000" lnSpcReduction="20000"/>
          </a:bodyPr>
          <a:lstStyle/>
          <a:p>
            <a:pPr algn="just"/>
            <a:r>
              <a:rPr lang="en-US" b="1" dirty="0"/>
              <a:t>Session focus</a:t>
            </a:r>
            <a:r>
              <a:rPr lang="en-US" dirty="0"/>
              <a:t>: User spent ~20 minutes creating a README</a:t>
            </a:r>
          </a:p>
          <a:p>
            <a:pPr algn="just"/>
            <a:r>
              <a:rPr lang="en-US" b="1" dirty="0"/>
              <a:t>Provenance capture</a:t>
            </a:r>
            <a:r>
              <a:rPr lang="en-US" dirty="0"/>
              <a:t>: 376 timeslices</a:t>
            </a:r>
          </a:p>
          <a:p>
            <a:pPr algn="just"/>
            <a:r>
              <a:rPr lang="en-US" b="1" dirty="0"/>
              <a:t>MLLM description patterns</a:t>
            </a:r>
            <a:r>
              <a:rPr lang="en-US" dirty="0"/>
              <a:t>: MLLM identified structural elements like headings, documentation tone, and feature descriptions, inferring task intent</a:t>
            </a:r>
          </a:p>
          <a:p>
            <a:pPr algn="just"/>
            <a:r>
              <a:rPr lang="en-US" b="1" dirty="0"/>
              <a:t>Observed insights</a:t>
            </a:r>
            <a:r>
              <a:rPr lang="en-US" dirty="0"/>
              <a:t>: Provenance descriptions reflected instructional writing genre, highlighting versatility beyond coding scenarios</a:t>
            </a:r>
          </a:p>
        </p:txBody>
      </p:sp>
      <p:pic>
        <p:nvPicPr>
          <p:cNvPr id="4" name="Picture 3" descr="A close-up of words&#10;&#10;AI-generated content may be incorrect.">
            <a:extLst>
              <a:ext uri="{FF2B5EF4-FFF2-40B4-BE49-F238E27FC236}">
                <a16:creationId xmlns:a16="http://schemas.microsoft.com/office/drawing/2014/main" id="{ED94F481-0942-0136-0AB2-DB5FEBD2D411}"/>
              </a:ext>
            </a:extLst>
          </p:cNvPr>
          <p:cNvPicPr>
            <a:picLocks noChangeAspect="1"/>
          </p:cNvPicPr>
          <p:nvPr/>
        </p:nvPicPr>
        <p:blipFill rotWithShape="1">
          <a:blip r:embed="rId3">
            <a:extLst>
              <a:ext uri="{28A0092B-C50C-407E-A947-70E740481C1C}">
                <a14:useLocalDpi xmlns:a14="http://schemas.microsoft.com/office/drawing/2010/main" val="0"/>
              </a:ext>
            </a:extLst>
          </a:blip>
          <a:srcRect l="12983" t="11672" r="10007" b="10997"/>
          <a:stretch/>
        </p:blipFill>
        <p:spPr bwMode="auto">
          <a:xfrm>
            <a:off x="6096000" y="2522061"/>
            <a:ext cx="5892800" cy="2958465"/>
          </a:xfrm>
          <a:prstGeom prst="rect">
            <a:avLst/>
          </a:prstGeom>
          <a:noFill/>
          <a:ln>
            <a:noFill/>
          </a:ln>
          <a:extLst>
            <a:ext uri="{53640926-AAD7-44D8-BBD7-CCE9431645EC}">
              <a14:shadowObscured xmlns:a14="http://schemas.microsoft.com/office/drawing/2010/main"/>
            </a:ext>
          </a:extLst>
        </p:spPr>
      </p:pic>
      <p:sp>
        <p:nvSpPr>
          <p:cNvPr id="6" name="Date Placeholder 5">
            <a:extLst>
              <a:ext uri="{FF2B5EF4-FFF2-40B4-BE49-F238E27FC236}">
                <a16:creationId xmlns:a16="http://schemas.microsoft.com/office/drawing/2014/main" id="{3273461F-529C-63BE-7525-EB523256A551}"/>
              </a:ext>
            </a:extLst>
          </p:cNvPr>
          <p:cNvSpPr>
            <a:spLocks noGrp="1"/>
          </p:cNvSpPr>
          <p:nvPr>
            <p:ph type="dt" sz="half" idx="10"/>
          </p:nvPr>
        </p:nvSpPr>
        <p:spPr/>
        <p:txBody>
          <a:bodyPr/>
          <a:lstStyle/>
          <a:p>
            <a:r>
              <a:rPr lang="en-US"/>
              <a:t>April 21st, 2025</a:t>
            </a:r>
          </a:p>
        </p:txBody>
      </p:sp>
      <p:sp>
        <p:nvSpPr>
          <p:cNvPr id="7" name="Footer Placeholder 6">
            <a:extLst>
              <a:ext uri="{FF2B5EF4-FFF2-40B4-BE49-F238E27FC236}">
                <a16:creationId xmlns:a16="http://schemas.microsoft.com/office/drawing/2014/main" id="{83681FA8-2A71-8EDB-CBAE-299D61D73928}"/>
              </a:ext>
            </a:extLst>
          </p:cNvPr>
          <p:cNvSpPr>
            <a:spLocks noGrp="1"/>
          </p:cNvSpPr>
          <p:nvPr>
            <p:ph type="ftr" sz="quarter" idx="11"/>
          </p:nvPr>
        </p:nvSpPr>
        <p:spPr/>
        <p:txBody>
          <a:bodyPr/>
          <a:lstStyle/>
          <a:p>
            <a:r>
              <a:rPr lang="de-DE"/>
              <a:t>Tyler T. Procko - ERAU Daytona</a:t>
            </a:r>
            <a:endParaRPr lang="en-US"/>
          </a:p>
        </p:txBody>
      </p:sp>
      <p:sp>
        <p:nvSpPr>
          <p:cNvPr id="8" name="Slide Number Placeholder 7">
            <a:extLst>
              <a:ext uri="{FF2B5EF4-FFF2-40B4-BE49-F238E27FC236}">
                <a16:creationId xmlns:a16="http://schemas.microsoft.com/office/drawing/2014/main" id="{0C8DD5AE-6A4A-793A-5F9B-5FA152EF86DB}"/>
              </a:ext>
            </a:extLst>
          </p:cNvPr>
          <p:cNvSpPr>
            <a:spLocks noGrp="1"/>
          </p:cNvSpPr>
          <p:nvPr>
            <p:ph type="sldNum" sz="quarter" idx="12"/>
          </p:nvPr>
        </p:nvSpPr>
        <p:spPr/>
        <p:txBody>
          <a:bodyPr/>
          <a:lstStyle/>
          <a:p>
            <a:fld id="{C473A0A6-EC25-4F79-943E-C6FB53EAB36C}" type="slidenum">
              <a:rPr lang="en-US" smtClean="0"/>
              <a:t>45</a:t>
            </a:fld>
            <a:endParaRPr lang="en-US"/>
          </a:p>
        </p:txBody>
      </p:sp>
    </p:spTree>
    <p:extLst>
      <p:ext uri="{BB962C8B-B14F-4D97-AF65-F5344CB8AC3E}">
        <p14:creationId xmlns:p14="http://schemas.microsoft.com/office/powerpoint/2010/main" val="22319963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476ED-90BE-680E-49F3-A6BF7124F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B79E8-2518-722B-DADF-FDB9428954F9}"/>
              </a:ext>
            </a:extLst>
          </p:cNvPr>
          <p:cNvSpPr>
            <a:spLocks noGrp="1"/>
          </p:cNvSpPr>
          <p:nvPr>
            <p:ph type="title"/>
          </p:nvPr>
        </p:nvSpPr>
        <p:spPr/>
        <p:txBody>
          <a:bodyPr/>
          <a:lstStyle/>
          <a:p>
            <a:r>
              <a:rPr lang="en-US" dirty="0"/>
              <a:t>Case Study 2: Theoretical Proposition </a:t>
            </a:r>
          </a:p>
        </p:txBody>
      </p:sp>
      <p:sp>
        <p:nvSpPr>
          <p:cNvPr id="3" name="Content Placeholder 2">
            <a:extLst>
              <a:ext uri="{FF2B5EF4-FFF2-40B4-BE49-F238E27FC236}">
                <a16:creationId xmlns:a16="http://schemas.microsoft.com/office/drawing/2014/main" id="{63027AC8-9A44-A315-AD0E-39C1A06D6B78}"/>
              </a:ext>
            </a:extLst>
          </p:cNvPr>
          <p:cNvSpPr>
            <a:spLocks noGrp="1"/>
          </p:cNvSpPr>
          <p:nvPr>
            <p:ph idx="1"/>
          </p:nvPr>
        </p:nvSpPr>
        <p:spPr/>
        <p:txBody>
          <a:bodyPr/>
          <a:lstStyle/>
          <a:p>
            <a:pPr algn="just"/>
            <a:r>
              <a:rPr lang="en-US" dirty="0"/>
              <a:t>In the context of code documentation, the provenance descriptions generated by ProvTracer’s chosen MLLM infer higher-order tasks of instructional writing, extrapolating semantic structure, e.g., features, usage, installation, and rhetorical intent, e.g., guiding, informing, and explaining, from low-level context sources. The framing of the MLLM seems to depend on structural cues, e.g., markdown syntax and keywords, to generate coherent summaries that mirror conventional documentation practices.</a:t>
            </a:r>
          </a:p>
        </p:txBody>
      </p:sp>
      <p:sp>
        <p:nvSpPr>
          <p:cNvPr id="6" name="Date Placeholder 5">
            <a:extLst>
              <a:ext uri="{FF2B5EF4-FFF2-40B4-BE49-F238E27FC236}">
                <a16:creationId xmlns:a16="http://schemas.microsoft.com/office/drawing/2014/main" id="{21DEECAF-C261-EA9C-86F7-202C14CB1D99}"/>
              </a:ext>
            </a:extLst>
          </p:cNvPr>
          <p:cNvSpPr>
            <a:spLocks noGrp="1"/>
          </p:cNvSpPr>
          <p:nvPr>
            <p:ph type="dt" sz="half" idx="10"/>
          </p:nvPr>
        </p:nvSpPr>
        <p:spPr/>
        <p:txBody>
          <a:bodyPr/>
          <a:lstStyle/>
          <a:p>
            <a:r>
              <a:rPr lang="en-US"/>
              <a:t>April 21st, 2025</a:t>
            </a:r>
          </a:p>
        </p:txBody>
      </p:sp>
      <p:sp>
        <p:nvSpPr>
          <p:cNvPr id="7" name="Footer Placeholder 6">
            <a:extLst>
              <a:ext uri="{FF2B5EF4-FFF2-40B4-BE49-F238E27FC236}">
                <a16:creationId xmlns:a16="http://schemas.microsoft.com/office/drawing/2014/main" id="{F70FDEB8-F1EE-D1D5-487D-A57A2274C9DC}"/>
              </a:ext>
            </a:extLst>
          </p:cNvPr>
          <p:cNvSpPr>
            <a:spLocks noGrp="1"/>
          </p:cNvSpPr>
          <p:nvPr>
            <p:ph type="ftr" sz="quarter" idx="11"/>
          </p:nvPr>
        </p:nvSpPr>
        <p:spPr/>
        <p:txBody>
          <a:bodyPr/>
          <a:lstStyle/>
          <a:p>
            <a:r>
              <a:rPr lang="de-DE"/>
              <a:t>Tyler T. Procko - ERAU Daytona</a:t>
            </a:r>
            <a:endParaRPr lang="en-US"/>
          </a:p>
        </p:txBody>
      </p:sp>
      <p:sp>
        <p:nvSpPr>
          <p:cNvPr id="8" name="Slide Number Placeholder 7">
            <a:extLst>
              <a:ext uri="{FF2B5EF4-FFF2-40B4-BE49-F238E27FC236}">
                <a16:creationId xmlns:a16="http://schemas.microsoft.com/office/drawing/2014/main" id="{B3E090D3-E063-E722-ED64-E191526EE491}"/>
              </a:ext>
            </a:extLst>
          </p:cNvPr>
          <p:cNvSpPr>
            <a:spLocks noGrp="1"/>
          </p:cNvSpPr>
          <p:nvPr>
            <p:ph type="sldNum" sz="quarter" idx="12"/>
          </p:nvPr>
        </p:nvSpPr>
        <p:spPr/>
        <p:txBody>
          <a:bodyPr/>
          <a:lstStyle/>
          <a:p>
            <a:fld id="{C473A0A6-EC25-4F79-943E-C6FB53EAB36C}" type="slidenum">
              <a:rPr lang="en-US" smtClean="0"/>
              <a:t>46</a:t>
            </a:fld>
            <a:endParaRPr lang="en-US"/>
          </a:p>
        </p:txBody>
      </p:sp>
    </p:spTree>
    <p:extLst>
      <p:ext uri="{BB962C8B-B14F-4D97-AF65-F5344CB8AC3E}">
        <p14:creationId xmlns:p14="http://schemas.microsoft.com/office/powerpoint/2010/main" val="37501635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D2FB7-791C-EFB7-C8BA-51B76F19CA7D}"/>
              </a:ext>
            </a:extLst>
          </p:cNvPr>
          <p:cNvSpPr>
            <a:spLocks noGrp="1"/>
          </p:cNvSpPr>
          <p:nvPr>
            <p:ph type="title"/>
          </p:nvPr>
        </p:nvSpPr>
        <p:spPr/>
        <p:txBody>
          <a:bodyPr/>
          <a:lstStyle/>
          <a:p>
            <a:r>
              <a:rPr lang="en-US" dirty="0"/>
              <a:t>Combined Theoretical Proposition</a:t>
            </a:r>
          </a:p>
        </p:txBody>
      </p:sp>
      <p:sp>
        <p:nvSpPr>
          <p:cNvPr id="3" name="Content Placeholder 2">
            <a:extLst>
              <a:ext uri="{FF2B5EF4-FFF2-40B4-BE49-F238E27FC236}">
                <a16:creationId xmlns:a16="http://schemas.microsoft.com/office/drawing/2014/main" id="{D3DA8DA9-C393-1E63-6755-1E337A3E982D}"/>
              </a:ext>
            </a:extLst>
          </p:cNvPr>
          <p:cNvSpPr>
            <a:spLocks noGrp="1"/>
          </p:cNvSpPr>
          <p:nvPr>
            <p:ph idx="1"/>
          </p:nvPr>
        </p:nvSpPr>
        <p:spPr/>
        <p:txBody>
          <a:bodyPr>
            <a:normAutofit fontScale="92500" lnSpcReduction="10000"/>
          </a:bodyPr>
          <a:lstStyle/>
          <a:p>
            <a:pPr algn="just"/>
            <a:r>
              <a:rPr lang="en-US" dirty="0"/>
              <a:t>Across various SDLC tasks, the MLLM-generated provenance descriptions of ProvTracer abstract low-level user behavior into meaningful narratives by leveraging contextual cues to infer task type, user intent, and domain structure, using hedging language to frame these inferences with interpretive caution.</a:t>
            </a:r>
          </a:p>
          <a:p>
            <a:pPr algn="just"/>
            <a:r>
              <a:rPr lang="en-US" dirty="0"/>
              <a:t>Example MLLM trace:</a:t>
            </a:r>
          </a:p>
          <a:p>
            <a:pPr lvl="1" algn="just"/>
            <a:r>
              <a:rPr lang="en-US" i="1" dirty="0"/>
              <a:t>The user is working on developing a Python library focused on string manipulation. They have written a function called `</a:t>
            </a:r>
            <a:r>
              <a:rPr lang="en-US" i="1" dirty="0" err="1"/>
              <a:t>reverse_string</a:t>
            </a:r>
            <a:r>
              <a:rPr lang="en-US" i="1" dirty="0"/>
              <a:t>` that </a:t>
            </a:r>
            <a:r>
              <a:rPr lang="en-US" b="1" i="1" dirty="0"/>
              <a:t>appears to be</a:t>
            </a:r>
            <a:r>
              <a:rPr lang="en-US" i="1" dirty="0"/>
              <a:t> designed to reverse a given string. The code in the screenshot shows the initial steps of defining this function and returning a reversed string using slicing. Additionally, the user is </a:t>
            </a:r>
            <a:r>
              <a:rPr lang="en-US" b="1" i="1" dirty="0"/>
              <a:t>likely</a:t>
            </a:r>
            <a:r>
              <a:rPr lang="en-US" i="1" dirty="0"/>
              <a:t> planning further options for string manipulation, </a:t>
            </a:r>
            <a:r>
              <a:rPr lang="en-US" b="1" i="1" dirty="0"/>
              <a:t>indicating an intent </a:t>
            </a:r>
            <a:r>
              <a:rPr lang="en-US" i="1" dirty="0"/>
              <a:t>to expand the functionality of their library. The overall environment </a:t>
            </a:r>
            <a:r>
              <a:rPr lang="en-US" b="1" i="1" dirty="0"/>
              <a:t>suggests</a:t>
            </a:r>
            <a:r>
              <a:rPr lang="en-US" i="1" dirty="0"/>
              <a:t> they are actively coding and testing their ideas.</a:t>
            </a:r>
          </a:p>
        </p:txBody>
      </p:sp>
      <p:sp>
        <p:nvSpPr>
          <p:cNvPr id="4" name="Date Placeholder 3">
            <a:extLst>
              <a:ext uri="{FF2B5EF4-FFF2-40B4-BE49-F238E27FC236}">
                <a16:creationId xmlns:a16="http://schemas.microsoft.com/office/drawing/2014/main" id="{802986D2-6DBB-4069-9015-2CB70F8C40D8}"/>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7449186B-203A-DE47-1A2D-8EEE35BE45C1}"/>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4982B9F7-F730-0584-A77D-1526E6E6C386}"/>
              </a:ext>
            </a:extLst>
          </p:cNvPr>
          <p:cNvSpPr>
            <a:spLocks noGrp="1"/>
          </p:cNvSpPr>
          <p:nvPr>
            <p:ph type="sldNum" sz="quarter" idx="12"/>
          </p:nvPr>
        </p:nvSpPr>
        <p:spPr/>
        <p:txBody>
          <a:bodyPr/>
          <a:lstStyle/>
          <a:p>
            <a:fld id="{C473A0A6-EC25-4F79-943E-C6FB53EAB36C}" type="slidenum">
              <a:rPr lang="en-US" smtClean="0"/>
              <a:t>47</a:t>
            </a:fld>
            <a:endParaRPr lang="en-US"/>
          </a:p>
        </p:txBody>
      </p:sp>
    </p:spTree>
    <p:extLst>
      <p:ext uri="{BB962C8B-B14F-4D97-AF65-F5344CB8AC3E}">
        <p14:creationId xmlns:p14="http://schemas.microsoft.com/office/powerpoint/2010/main" val="41770043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4122B-E663-1323-E5F2-76D2949F1314}"/>
              </a:ext>
            </a:extLst>
          </p:cNvPr>
          <p:cNvSpPr>
            <a:spLocks noGrp="1"/>
          </p:cNvSpPr>
          <p:nvPr>
            <p:ph type="title"/>
          </p:nvPr>
        </p:nvSpPr>
        <p:spPr/>
        <p:txBody>
          <a:bodyPr/>
          <a:lstStyle/>
          <a:p>
            <a:r>
              <a:rPr lang="en-US" dirty="0"/>
              <a:t>Ablation Study</a:t>
            </a:r>
          </a:p>
        </p:txBody>
      </p:sp>
      <p:graphicFrame>
        <p:nvGraphicFramePr>
          <p:cNvPr id="7" name="Content Placeholder 6">
            <a:extLst>
              <a:ext uri="{FF2B5EF4-FFF2-40B4-BE49-F238E27FC236}">
                <a16:creationId xmlns:a16="http://schemas.microsoft.com/office/drawing/2014/main" id="{ECBBF4DD-40B9-B809-F379-3C365036BFE3}"/>
              </a:ext>
            </a:extLst>
          </p:cNvPr>
          <p:cNvGraphicFramePr>
            <a:graphicFrameLocks noGrp="1"/>
          </p:cNvGraphicFramePr>
          <p:nvPr>
            <p:ph idx="1"/>
            <p:extLst>
              <p:ext uri="{D42A27DB-BD31-4B8C-83A1-F6EECF244321}">
                <p14:modId xmlns:p14="http://schemas.microsoft.com/office/powerpoint/2010/main" val="3206775650"/>
              </p:ext>
            </p:extLst>
          </p:nvPr>
        </p:nvGraphicFramePr>
        <p:xfrm>
          <a:off x="7130733" y="365125"/>
          <a:ext cx="4710748" cy="5639003"/>
        </p:xfrm>
        <a:graphic>
          <a:graphicData uri="http://schemas.openxmlformats.org/drawingml/2006/table">
            <a:tbl>
              <a:tblPr firstRow="1" firstCol="1" bandRow="1">
                <a:tableStyleId>{5C22544A-7EE6-4342-B048-85BDC9FD1C3A}</a:tableStyleId>
              </a:tblPr>
              <a:tblGrid>
                <a:gridCol w="859846">
                  <a:extLst>
                    <a:ext uri="{9D8B030D-6E8A-4147-A177-3AD203B41FA5}">
                      <a16:colId xmlns:a16="http://schemas.microsoft.com/office/drawing/2014/main" val="3321669530"/>
                    </a:ext>
                  </a:extLst>
                </a:gridCol>
                <a:gridCol w="1724736">
                  <a:extLst>
                    <a:ext uri="{9D8B030D-6E8A-4147-A177-3AD203B41FA5}">
                      <a16:colId xmlns:a16="http://schemas.microsoft.com/office/drawing/2014/main" val="2546218384"/>
                    </a:ext>
                  </a:extLst>
                </a:gridCol>
                <a:gridCol w="2126166">
                  <a:extLst>
                    <a:ext uri="{9D8B030D-6E8A-4147-A177-3AD203B41FA5}">
                      <a16:colId xmlns:a16="http://schemas.microsoft.com/office/drawing/2014/main" val="1565215437"/>
                    </a:ext>
                  </a:extLst>
                </a:gridCol>
              </a:tblGrid>
              <a:tr h="249519">
                <a:tc>
                  <a:txBody>
                    <a:bodyPr/>
                    <a:lstStyle/>
                    <a:p>
                      <a:pPr marL="0" marR="0" algn="just">
                        <a:lnSpc>
                          <a:spcPct val="150000"/>
                        </a:lnSpc>
                        <a:buNone/>
                      </a:pPr>
                      <a:r>
                        <a:rPr lang="en-US" sz="1200">
                          <a:effectLst/>
                        </a:rPr>
                        <a:t>Context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a:effectLst/>
                        </a:rPr>
                        <a:t>Importance</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dirty="0">
                          <a:effectLst/>
                        </a:rPr>
                        <a:t>Reasoning</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9428102"/>
                  </a:ext>
                </a:extLst>
              </a:tr>
              <a:tr h="804862">
                <a:tc>
                  <a:txBody>
                    <a:bodyPr/>
                    <a:lstStyle/>
                    <a:p>
                      <a:pPr marL="0" marR="0" algn="just">
                        <a:lnSpc>
                          <a:spcPct val="150000"/>
                        </a:lnSpc>
                        <a:buNone/>
                      </a:pPr>
                      <a:r>
                        <a:rPr lang="en-US" sz="1200">
                          <a:effectLst/>
                        </a:rPr>
                        <a:t>Primer context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dirty="0">
                          <a:effectLst/>
                        </a:rPr>
                        <a:t>High importance for any task</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a:effectLst/>
                        </a:rPr>
                        <a:t>Provides the MLLM with a general understanding of the intent of a work session</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6226572"/>
                  </a:ext>
                </a:extLst>
              </a:tr>
              <a:tr h="804862">
                <a:tc>
                  <a:txBody>
                    <a:bodyPr/>
                    <a:lstStyle/>
                    <a:p>
                      <a:pPr marL="0" marR="0" algn="just">
                        <a:lnSpc>
                          <a:spcPct val="150000"/>
                        </a:lnSpc>
                        <a:buNone/>
                      </a:pPr>
                      <a:r>
                        <a:rPr lang="en-US" sz="1200">
                          <a:effectLst/>
                        </a:rPr>
                        <a:t>Mouse events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a:effectLst/>
                        </a:rPr>
                        <a:t>Low applicability</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dirty="0">
                          <a:effectLst/>
                        </a:rPr>
                        <a:t>The chosen MLLMs cannot properly make use of spatial context</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4029581"/>
                  </a:ext>
                </a:extLst>
              </a:tr>
              <a:tr h="804862">
                <a:tc>
                  <a:txBody>
                    <a:bodyPr/>
                    <a:lstStyle/>
                    <a:p>
                      <a:pPr marL="0" marR="0" algn="just">
                        <a:lnSpc>
                          <a:spcPct val="150000"/>
                        </a:lnSpc>
                        <a:buNone/>
                      </a:pPr>
                      <a:r>
                        <a:rPr lang="en-US" sz="1200">
                          <a:effectLst/>
                        </a:rPr>
                        <a:t>Keyboard events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a:effectLst/>
                        </a:rPr>
                        <a:t>High importance for any task</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a:effectLst/>
                        </a:rPr>
                        <a:t>Provides a simplistic “delta” for text from the previous timesliced screenshot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7203228"/>
                  </a:ext>
                </a:extLst>
              </a:tr>
              <a:tr h="1082534">
                <a:tc>
                  <a:txBody>
                    <a:bodyPr/>
                    <a:lstStyle/>
                    <a:p>
                      <a:pPr marL="0" marR="0" algn="just">
                        <a:lnSpc>
                          <a:spcPct val="150000"/>
                        </a:lnSpc>
                        <a:buNone/>
                      </a:pPr>
                      <a:r>
                        <a:rPr lang="en-US" sz="1200">
                          <a:effectLst/>
                        </a:rPr>
                        <a:t>Window events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a:effectLst/>
                        </a:rPr>
                        <a:t>High importance for any task, particularly those employing multiple application windows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a:effectLst/>
                        </a:rPr>
                        <a:t>Provides general semantic cues for the work being performed</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156547"/>
                  </a:ext>
                </a:extLst>
              </a:tr>
              <a:tr h="1637877">
                <a:tc>
                  <a:txBody>
                    <a:bodyPr/>
                    <a:lstStyle/>
                    <a:p>
                      <a:pPr marL="0" marR="0" algn="just">
                        <a:lnSpc>
                          <a:spcPct val="150000"/>
                        </a:lnSpc>
                        <a:buNone/>
                      </a:pPr>
                      <a:r>
                        <a:rPr lang="en-US" sz="1200">
                          <a:effectLst/>
                        </a:rPr>
                        <a:t>Clipboard events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a:effectLst/>
                        </a:rPr>
                        <a:t>High importance for particular tasks, e.g., those with large amounts of boilerplate or repeated text that is copied-and-pasted to save time</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buNone/>
                      </a:pPr>
                      <a:r>
                        <a:rPr lang="en-US" sz="1200" dirty="0">
                          <a:effectLst/>
                        </a:rPr>
                        <a:t>Provides a direct working cue for the work being performed</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41139469"/>
                  </a:ext>
                </a:extLst>
              </a:tr>
            </a:tbl>
          </a:graphicData>
        </a:graphic>
      </p:graphicFrame>
      <p:sp>
        <p:nvSpPr>
          <p:cNvPr id="4" name="Date Placeholder 3">
            <a:extLst>
              <a:ext uri="{FF2B5EF4-FFF2-40B4-BE49-F238E27FC236}">
                <a16:creationId xmlns:a16="http://schemas.microsoft.com/office/drawing/2014/main" id="{36204BDD-F3BF-D3F2-64A8-7A6BF025B06C}"/>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E780E7AC-DD4C-398E-738D-07473BE37E37}"/>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957B6AD2-6F08-AD66-08F7-75090C500637}"/>
              </a:ext>
            </a:extLst>
          </p:cNvPr>
          <p:cNvSpPr>
            <a:spLocks noGrp="1"/>
          </p:cNvSpPr>
          <p:nvPr>
            <p:ph type="sldNum" sz="quarter" idx="12"/>
          </p:nvPr>
        </p:nvSpPr>
        <p:spPr/>
        <p:txBody>
          <a:bodyPr/>
          <a:lstStyle/>
          <a:p>
            <a:fld id="{C473A0A6-EC25-4F79-943E-C6FB53EAB36C}" type="slidenum">
              <a:rPr lang="en-US" smtClean="0"/>
              <a:t>48</a:t>
            </a:fld>
            <a:endParaRPr lang="en-US"/>
          </a:p>
        </p:txBody>
      </p:sp>
      <p:sp>
        <p:nvSpPr>
          <p:cNvPr id="8" name="Content Placeholder 2">
            <a:extLst>
              <a:ext uri="{FF2B5EF4-FFF2-40B4-BE49-F238E27FC236}">
                <a16:creationId xmlns:a16="http://schemas.microsoft.com/office/drawing/2014/main" id="{F32F4FE4-D770-7C4F-0D52-BE412DD8AADA}"/>
              </a:ext>
            </a:extLst>
          </p:cNvPr>
          <p:cNvSpPr txBox="1">
            <a:spLocks/>
          </p:cNvSpPr>
          <p:nvPr/>
        </p:nvSpPr>
        <p:spPr>
          <a:xfrm>
            <a:off x="838200" y="1825625"/>
            <a:ext cx="582168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To establish the importance of the used context sources:</a:t>
            </a:r>
          </a:p>
          <a:p>
            <a:pPr marL="914400" lvl="1" indent="-457200" algn="just">
              <a:buFont typeface="+mj-lt"/>
              <a:buAutoNum type="arabicPeriod"/>
            </a:pPr>
            <a:r>
              <a:rPr lang="en-US" dirty="0"/>
              <a:t>Performed a baseline (no context) run with ProvTracer</a:t>
            </a:r>
          </a:p>
          <a:p>
            <a:pPr marL="914400" lvl="1" indent="-457200" algn="just">
              <a:buFont typeface="+mj-lt"/>
              <a:buAutoNum type="arabicPeriod"/>
            </a:pPr>
            <a:r>
              <a:rPr lang="en-US" dirty="0"/>
              <a:t>Performed runs with each context type individually</a:t>
            </a:r>
          </a:p>
          <a:p>
            <a:pPr marL="914400" lvl="1" indent="-457200" algn="just">
              <a:buFont typeface="+mj-lt"/>
              <a:buAutoNum type="arabicPeriod"/>
            </a:pPr>
            <a:r>
              <a:rPr lang="en-US" dirty="0"/>
              <a:t>Performed a run with all context sources</a:t>
            </a:r>
          </a:p>
        </p:txBody>
      </p:sp>
    </p:spTree>
    <p:extLst>
      <p:ext uri="{BB962C8B-B14F-4D97-AF65-F5344CB8AC3E}">
        <p14:creationId xmlns:p14="http://schemas.microsoft.com/office/powerpoint/2010/main" val="30796444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4726-3C8F-549E-4107-B7E8FEBCEA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29725-E402-358F-6C41-29D54B0DCDAB}"/>
              </a:ext>
            </a:extLst>
          </p:cNvPr>
          <p:cNvSpPr>
            <a:spLocks noGrp="1"/>
          </p:cNvSpPr>
          <p:nvPr>
            <p:ph type="title"/>
          </p:nvPr>
        </p:nvSpPr>
        <p:spPr/>
        <p:txBody>
          <a:bodyPr/>
          <a:lstStyle/>
          <a:p>
            <a:r>
              <a:rPr lang="en-US" dirty="0"/>
              <a:t>RQ 1: Answer</a:t>
            </a:r>
          </a:p>
        </p:txBody>
      </p:sp>
      <p:sp>
        <p:nvSpPr>
          <p:cNvPr id="3" name="Content Placeholder 2">
            <a:extLst>
              <a:ext uri="{FF2B5EF4-FFF2-40B4-BE49-F238E27FC236}">
                <a16:creationId xmlns:a16="http://schemas.microsoft.com/office/drawing/2014/main" id="{BFE26122-ADE4-6567-003A-E180D137C671}"/>
              </a:ext>
            </a:extLst>
          </p:cNvPr>
          <p:cNvSpPr>
            <a:spLocks noGrp="1"/>
          </p:cNvSpPr>
          <p:nvPr>
            <p:ph idx="1"/>
          </p:nvPr>
        </p:nvSpPr>
        <p:spPr/>
        <p:txBody>
          <a:bodyPr>
            <a:normAutofit/>
          </a:bodyPr>
          <a:lstStyle/>
          <a:p>
            <a:pPr marL="0" indent="0" algn="just">
              <a:buNone/>
            </a:pPr>
            <a:r>
              <a:rPr lang="en-US" i="1" dirty="0"/>
              <a:t>How can relevant provenance sources be distinguished from noise during digital software development work?</a:t>
            </a:r>
            <a:endParaRPr lang="en-US" dirty="0"/>
          </a:p>
          <a:p>
            <a:pPr algn="just"/>
            <a:r>
              <a:rPr lang="en-US" dirty="0"/>
              <a:t>A taxonomy of digital distractions, e.g., idle input, system popups, was created to classify common noise sources in digital work</a:t>
            </a:r>
          </a:p>
          <a:p>
            <a:pPr algn="just"/>
            <a:r>
              <a:rPr lang="en-US" dirty="0"/>
              <a:t>Whitelisting SDLC-relevant provenance, e.g., commits, test logs, READMEs, is preferred over blacklisting noise, as it ensures only trusted, meaningful artifacts are included in trace link graphs</a:t>
            </a:r>
          </a:p>
          <a:p>
            <a:pPr algn="just"/>
            <a:r>
              <a:rPr lang="en-US" dirty="0"/>
              <a:t>These two taxonomies can be used for future bootstrapping of ProvTracer use in industry use cases (see next two slides)</a:t>
            </a:r>
          </a:p>
        </p:txBody>
      </p:sp>
      <p:sp>
        <p:nvSpPr>
          <p:cNvPr id="6" name="Date Placeholder 5">
            <a:extLst>
              <a:ext uri="{FF2B5EF4-FFF2-40B4-BE49-F238E27FC236}">
                <a16:creationId xmlns:a16="http://schemas.microsoft.com/office/drawing/2014/main" id="{09281871-9E38-EF77-4079-D882721B83FA}"/>
              </a:ext>
            </a:extLst>
          </p:cNvPr>
          <p:cNvSpPr>
            <a:spLocks noGrp="1"/>
          </p:cNvSpPr>
          <p:nvPr>
            <p:ph type="dt" sz="half" idx="10"/>
          </p:nvPr>
        </p:nvSpPr>
        <p:spPr/>
        <p:txBody>
          <a:bodyPr/>
          <a:lstStyle/>
          <a:p>
            <a:r>
              <a:rPr lang="en-US"/>
              <a:t>April 21st, 2025</a:t>
            </a:r>
          </a:p>
        </p:txBody>
      </p:sp>
      <p:sp>
        <p:nvSpPr>
          <p:cNvPr id="7" name="Footer Placeholder 6">
            <a:extLst>
              <a:ext uri="{FF2B5EF4-FFF2-40B4-BE49-F238E27FC236}">
                <a16:creationId xmlns:a16="http://schemas.microsoft.com/office/drawing/2014/main" id="{0FB10364-78D7-9F48-2C8E-B7989A8E6D37}"/>
              </a:ext>
            </a:extLst>
          </p:cNvPr>
          <p:cNvSpPr>
            <a:spLocks noGrp="1"/>
          </p:cNvSpPr>
          <p:nvPr>
            <p:ph type="ftr" sz="quarter" idx="11"/>
          </p:nvPr>
        </p:nvSpPr>
        <p:spPr/>
        <p:txBody>
          <a:bodyPr/>
          <a:lstStyle/>
          <a:p>
            <a:r>
              <a:rPr lang="de-DE"/>
              <a:t>Tyler T. Procko - ERAU Daytona</a:t>
            </a:r>
            <a:endParaRPr lang="en-US"/>
          </a:p>
        </p:txBody>
      </p:sp>
      <p:sp>
        <p:nvSpPr>
          <p:cNvPr id="8" name="Slide Number Placeholder 7">
            <a:extLst>
              <a:ext uri="{FF2B5EF4-FFF2-40B4-BE49-F238E27FC236}">
                <a16:creationId xmlns:a16="http://schemas.microsoft.com/office/drawing/2014/main" id="{EF9C6548-6FEC-A629-A564-8FBC9953114D}"/>
              </a:ext>
            </a:extLst>
          </p:cNvPr>
          <p:cNvSpPr>
            <a:spLocks noGrp="1"/>
          </p:cNvSpPr>
          <p:nvPr>
            <p:ph type="sldNum" sz="quarter" idx="12"/>
          </p:nvPr>
        </p:nvSpPr>
        <p:spPr/>
        <p:txBody>
          <a:bodyPr/>
          <a:lstStyle/>
          <a:p>
            <a:fld id="{C473A0A6-EC25-4F79-943E-C6FB53EAB36C}" type="slidenum">
              <a:rPr lang="en-US" smtClean="0"/>
              <a:t>49</a:t>
            </a:fld>
            <a:endParaRPr lang="en-US"/>
          </a:p>
        </p:txBody>
      </p:sp>
    </p:spTree>
    <p:extLst>
      <p:ext uri="{BB962C8B-B14F-4D97-AF65-F5344CB8AC3E}">
        <p14:creationId xmlns:p14="http://schemas.microsoft.com/office/powerpoint/2010/main" val="7122436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9A84A-ED5E-8C39-C738-3DFEFE19AF96}"/>
              </a:ext>
            </a:extLst>
          </p:cNvPr>
          <p:cNvSpPr>
            <a:spLocks noGrp="1"/>
          </p:cNvSpPr>
          <p:nvPr>
            <p:ph type="title"/>
          </p:nvPr>
        </p:nvSpPr>
        <p:spPr/>
        <p:txBody>
          <a:bodyPr/>
          <a:lstStyle/>
          <a:p>
            <a:r>
              <a:rPr lang="en-US" dirty="0"/>
              <a:t>RQ 1: Digital Work Noise Taxonomy</a:t>
            </a:r>
          </a:p>
        </p:txBody>
      </p:sp>
      <p:sp>
        <p:nvSpPr>
          <p:cNvPr id="4" name="Date Placeholder 3">
            <a:extLst>
              <a:ext uri="{FF2B5EF4-FFF2-40B4-BE49-F238E27FC236}">
                <a16:creationId xmlns:a16="http://schemas.microsoft.com/office/drawing/2014/main" id="{6823FC30-7C39-EB05-A57F-3E647EA74A79}"/>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4508F4BB-96FE-0B8C-C7DF-8C7389B0B33F}"/>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8CA43E0E-AFD1-9029-60FE-D073133021B1}"/>
              </a:ext>
            </a:extLst>
          </p:cNvPr>
          <p:cNvSpPr>
            <a:spLocks noGrp="1"/>
          </p:cNvSpPr>
          <p:nvPr>
            <p:ph type="sldNum" sz="quarter" idx="12"/>
          </p:nvPr>
        </p:nvSpPr>
        <p:spPr/>
        <p:txBody>
          <a:bodyPr/>
          <a:lstStyle/>
          <a:p>
            <a:fld id="{C473A0A6-EC25-4F79-943E-C6FB53EAB36C}" type="slidenum">
              <a:rPr lang="en-US" smtClean="0"/>
              <a:t>50</a:t>
            </a:fld>
            <a:endParaRPr lang="en-US"/>
          </a:p>
        </p:txBody>
      </p:sp>
      <p:pic>
        <p:nvPicPr>
          <p:cNvPr id="7" name="Picture 6" descr="A screenshot of a computer screen&#10;&#10;AI-generated content may be incorrect.">
            <a:extLst>
              <a:ext uri="{FF2B5EF4-FFF2-40B4-BE49-F238E27FC236}">
                <a16:creationId xmlns:a16="http://schemas.microsoft.com/office/drawing/2014/main" id="{CA040AE6-E24D-5065-DAB8-37AD97C051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9289" y="1446596"/>
            <a:ext cx="8313421" cy="4909754"/>
          </a:xfrm>
          <a:prstGeom prst="rect">
            <a:avLst/>
          </a:prstGeom>
          <a:noFill/>
          <a:ln>
            <a:noFill/>
          </a:ln>
        </p:spPr>
      </p:pic>
    </p:spTree>
    <p:extLst>
      <p:ext uri="{BB962C8B-B14F-4D97-AF65-F5344CB8AC3E}">
        <p14:creationId xmlns:p14="http://schemas.microsoft.com/office/powerpoint/2010/main" val="30975203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5CC6-FD1A-00F2-5C59-068A203060A9}"/>
              </a:ext>
            </a:extLst>
          </p:cNvPr>
          <p:cNvSpPr>
            <a:spLocks noGrp="1"/>
          </p:cNvSpPr>
          <p:nvPr>
            <p:ph type="title"/>
          </p:nvPr>
        </p:nvSpPr>
        <p:spPr/>
        <p:txBody>
          <a:bodyPr/>
          <a:lstStyle/>
          <a:p>
            <a:r>
              <a:rPr lang="en-US" dirty="0"/>
              <a:t>RQ 1: Relevant SDLC Provenance Taxonomy</a:t>
            </a:r>
          </a:p>
        </p:txBody>
      </p:sp>
      <p:sp>
        <p:nvSpPr>
          <p:cNvPr id="4" name="Date Placeholder 3">
            <a:extLst>
              <a:ext uri="{FF2B5EF4-FFF2-40B4-BE49-F238E27FC236}">
                <a16:creationId xmlns:a16="http://schemas.microsoft.com/office/drawing/2014/main" id="{8A858808-44AD-DEAB-3D35-3A0F3E977E52}"/>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4B8521CF-15ED-A91E-87C5-DA179312EA9D}"/>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39DE5439-C696-6E93-D022-E943322305FB}"/>
              </a:ext>
            </a:extLst>
          </p:cNvPr>
          <p:cNvSpPr>
            <a:spLocks noGrp="1"/>
          </p:cNvSpPr>
          <p:nvPr>
            <p:ph type="sldNum" sz="quarter" idx="12"/>
          </p:nvPr>
        </p:nvSpPr>
        <p:spPr/>
        <p:txBody>
          <a:bodyPr/>
          <a:lstStyle/>
          <a:p>
            <a:fld id="{C473A0A6-EC25-4F79-943E-C6FB53EAB36C}" type="slidenum">
              <a:rPr lang="en-US" smtClean="0"/>
              <a:t>51</a:t>
            </a:fld>
            <a:endParaRPr lang="en-US"/>
          </a:p>
        </p:txBody>
      </p:sp>
      <p:pic>
        <p:nvPicPr>
          <p:cNvPr id="7" name="Picture 6" descr="A black and white screen with white squares&#10;&#10;AI-generated content may be incorrect.">
            <a:extLst>
              <a:ext uri="{FF2B5EF4-FFF2-40B4-BE49-F238E27FC236}">
                <a16:creationId xmlns:a16="http://schemas.microsoft.com/office/drawing/2014/main" id="{924ADC49-54AE-2334-4577-13138A600A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0536" y="1548229"/>
            <a:ext cx="8690928" cy="4651483"/>
          </a:xfrm>
          <a:prstGeom prst="rect">
            <a:avLst/>
          </a:prstGeom>
          <a:noFill/>
          <a:ln>
            <a:noFill/>
          </a:ln>
        </p:spPr>
      </p:pic>
    </p:spTree>
    <p:extLst>
      <p:ext uri="{BB962C8B-B14F-4D97-AF65-F5344CB8AC3E}">
        <p14:creationId xmlns:p14="http://schemas.microsoft.com/office/powerpoint/2010/main" val="40538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A2F27-A564-1D61-EEC2-B30C323F1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EACA8E-E243-21FC-EB71-67B4EB755FEF}"/>
              </a:ext>
            </a:extLst>
          </p:cNvPr>
          <p:cNvSpPr>
            <a:spLocks noGrp="1"/>
          </p:cNvSpPr>
          <p:nvPr>
            <p:ph type="title"/>
          </p:nvPr>
        </p:nvSpPr>
        <p:spPr/>
        <p:txBody>
          <a:bodyPr/>
          <a:lstStyle/>
          <a:p>
            <a:r>
              <a:rPr lang="en-US" dirty="0"/>
              <a:t>RQ 2: Answer</a:t>
            </a:r>
          </a:p>
        </p:txBody>
      </p:sp>
      <p:sp>
        <p:nvSpPr>
          <p:cNvPr id="3" name="Content Placeholder 2">
            <a:extLst>
              <a:ext uri="{FF2B5EF4-FFF2-40B4-BE49-F238E27FC236}">
                <a16:creationId xmlns:a16="http://schemas.microsoft.com/office/drawing/2014/main" id="{59932C92-8A04-19FA-CE58-7266686E3DD8}"/>
              </a:ext>
            </a:extLst>
          </p:cNvPr>
          <p:cNvSpPr>
            <a:spLocks noGrp="1"/>
          </p:cNvSpPr>
          <p:nvPr>
            <p:ph idx="1"/>
          </p:nvPr>
        </p:nvSpPr>
        <p:spPr/>
        <p:txBody>
          <a:bodyPr/>
          <a:lstStyle/>
          <a:p>
            <a:pPr marL="0" indent="0" algn="just">
              <a:buNone/>
            </a:pPr>
            <a:r>
              <a:rPr lang="en-US" i="1" dirty="0"/>
              <a:t>How can the integration of a knowledge graph-based provenance system enhance the traceability and explainability of artifact development and maintenance within the SDLC?</a:t>
            </a:r>
          </a:p>
          <a:p>
            <a:pPr algn="just"/>
            <a:r>
              <a:rPr lang="en-US" b="1" dirty="0"/>
              <a:t>Traceability</a:t>
            </a:r>
            <a:r>
              <a:rPr lang="en-US" dirty="0"/>
              <a:t>: Structured graph links enable tracking of what happened and how artifacts evolved over time</a:t>
            </a:r>
          </a:p>
          <a:p>
            <a:pPr algn="just"/>
            <a:r>
              <a:rPr lang="en-US" b="1" dirty="0"/>
              <a:t>Explainability</a:t>
            </a:r>
            <a:r>
              <a:rPr lang="en-US" dirty="0"/>
              <a:t>: Embedded natural language summaries clarify why actions occurred, supporting human understanding and auditability</a:t>
            </a:r>
          </a:p>
          <a:p>
            <a:pPr algn="just"/>
            <a:endParaRPr lang="en-US" dirty="0"/>
          </a:p>
        </p:txBody>
      </p:sp>
      <p:sp>
        <p:nvSpPr>
          <p:cNvPr id="6" name="Date Placeholder 5">
            <a:extLst>
              <a:ext uri="{FF2B5EF4-FFF2-40B4-BE49-F238E27FC236}">
                <a16:creationId xmlns:a16="http://schemas.microsoft.com/office/drawing/2014/main" id="{24D8942E-7B4A-57C5-C399-52B7A4A11F20}"/>
              </a:ext>
            </a:extLst>
          </p:cNvPr>
          <p:cNvSpPr>
            <a:spLocks noGrp="1"/>
          </p:cNvSpPr>
          <p:nvPr>
            <p:ph type="dt" sz="half" idx="10"/>
          </p:nvPr>
        </p:nvSpPr>
        <p:spPr/>
        <p:txBody>
          <a:bodyPr/>
          <a:lstStyle/>
          <a:p>
            <a:r>
              <a:rPr lang="en-US"/>
              <a:t>April 21st, 2025</a:t>
            </a:r>
          </a:p>
        </p:txBody>
      </p:sp>
      <p:sp>
        <p:nvSpPr>
          <p:cNvPr id="7" name="Footer Placeholder 6">
            <a:extLst>
              <a:ext uri="{FF2B5EF4-FFF2-40B4-BE49-F238E27FC236}">
                <a16:creationId xmlns:a16="http://schemas.microsoft.com/office/drawing/2014/main" id="{9AC16D89-4B3D-69C5-EAD9-DAD4C01741DB}"/>
              </a:ext>
            </a:extLst>
          </p:cNvPr>
          <p:cNvSpPr>
            <a:spLocks noGrp="1"/>
          </p:cNvSpPr>
          <p:nvPr>
            <p:ph type="ftr" sz="quarter" idx="11"/>
          </p:nvPr>
        </p:nvSpPr>
        <p:spPr/>
        <p:txBody>
          <a:bodyPr/>
          <a:lstStyle/>
          <a:p>
            <a:r>
              <a:rPr lang="de-DE"/>
              <a:t>Tyler T. Procko - ERAU Daytona</a:t>
            </a:r>
            <a:endParaRPr lang="en-US"/>
          </a:p>
        </p:txBody>
      </p:sp>
      <p:sp>
        <p:nvSpPr>
          <p:cNvPr id="8" name="Slide Number Placeholder 7">
            <a:extLst>
              <a:ext uri="{FF2B5EF4-FFF2-40B4-BE49-F238E27FC236}">
                <a16:creationId xmlns:a16="http://schemas.microsoft.com/office/drawing/2014/main" id="{FA72F152-D688-0502-5C17-5B93CACE97AE}"/>
              </a:ext>
            </a:extLst>
          </p:cNvPr>
          <p:cNvSpPr>
            <a:spLocks noGrp="1"/>
          </p:cNvSpPr>
          <p:nvPr>
            <p:ph type="sldNum" sz="quarter" idx="12"/>
          </p:nvPr>
        </p:nvSpPr>
        <p:spPr/>
        <p:txBody>
          <a:bodyPr/>
          <a:lstStyle/>
          <a:p>
            <a:fld id="{C473A0A6-EC25-4F79-943E-C6FB53EAB36C}" type="slidenum">
              <a:rPr lang="en-US" smtClean="0"/>
              <a:t>52</a:t>
            </a:fld>
            <a:endParaRPr lang="en-US"/>
          </a:p>
        </p:txBody>
      </p:sp>
    </p:spTree>
    <p:extLst>
      <p:ext uri="{BB962C8B-B14F-4D97-AF65-F5344CB8AC3E}">
        <p14:creationId xmlns:p14="http://schemas.microsoft.com/office/powerpoint/2010/main" val="4784233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911D0-4233-C79E-CE67-F6F596B84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55EBFF-FB24-D1DD-EBAB-D31A17496000}"/>
              </a:ext>
            </a:extLst>
          </p:cNvPr>
          <p:cNvSpPr>
            <a:spLocks noGrp="1"/>
          </p:cNvSpPr>
          <p:nvPr>
            <p:ph type="title"/>
          </p:nvPr>
        </p:nvSpPr>
        <p:spPr/>
        <p:txBody>
          <a:bodyPr/>
          <a:lstStyle/>
          <a:p>
            <a:r>
              <a:rPr lang="en-US" dirty="0"/>
              <a:t>RQ 3: Answer</a:t>
            </a:r>
          </a:p>
        </p:txBody>
      </p:sp>
      <p:sp>
        <p:nvSpPr>
          <p:cNvPr id="3" name="Content Placeholder 2">
            <a:extLst>
              <a:ext uri="{FF2B5EF4-FFF2-40B4-BE49-F238E27FC236}">
                <a16:creationId xmlns:a16="http://schemas.microsoft.com/office/drawing/2014/main" id="{760E0B3B-71DA-EC43-9324-0957757BC27A}"/>
              </a:ext>
            </a:extLst>
          </p:cNvPr>
          <p:cNvSpPr>
            <a:spLocks noGrp="1"/>
          </p:cNvSpPr>
          <p:nvPr>
            <p:ph idx="1"/>
          </p:nvPr>
        </p:nvSpPr>
        <p:spPr/>
        <p:txBody>
          <a:bodyPr/>
          <a:lstStyle/>
          <a:p>
            <a:pPr algn="just"/>
            <a:r>
              <a:rPr lang="en-US" i="1" dirty="0"/>
              <a:t>What are the technical challenges in developing a system for the automatic, real-time serialization of SDLC provenance, and how can these challenges be mitigated?</a:t>
            </a:r>
          </a:p>
          <a:p>
            <a:pPr algn="just"/>
            <a:r>
              <a:rPr lang="en-US" dirty="0"/>
              <a:t>Next slide…</a:t>
            </a:r>
          </a:p>
        </p:txBody>
      </p:sp>
      <p:sp>
        <p:nvSpPr>
          <p:cNvPr id="6" name="Date Placeholder 5">
            <a:extLst>
              <a:ext uri="{FF2B5EF4-FFF2-40B4-BE49-F238E27FC236}">
                <a16:creationId xmlns:a16="http://schemas.microsoft.com/office/drawing/2014/main" id="{6A2C6E4D-B257-0F06-5ABB-F73158139DE6}"/>
              </a:ext>
            </a:extLst>
          </p:cNvPr>
          <p:cNvSpPr>
            <a:spLocks noGrp="1"/>
          </p:cNvSpPr>
          <p:nvPr>
            <p:ph type="dt" sz="half" idx="10"/>
          </p:nvPr>
        </p:nvSpPr>
        <p:spPr/>
        <p:txBody>
          <a:bodyPr/>
          <a:lstStyle/>
          <a:p>
            <a:r>
              <a:rPr lang="en-US"/>
              <a:t>April 21st, 2025</a:t>
            </a:r>
          </a:p>
        </p:txBody>
      </p:sp>
      <p:sp>
        <p:nvSpPr>
          <p:cNvPr id="7" name="Footer Placeholder 6">
            <a:extLst>
              <a:ext uri="{FF2B5EF4-FFF2-40B4-BE49-F238E27FC236}">
                <a16:creationId xmlns:a16="http://schemas.microsoft.com/office/drawing/2014/main" id="{1D5942CA-7D31-9EFE-3193-DC2598E33893}"/>
              </a:ext>
            </a:extLst>
          </p:cNvPr>
          <p:cNvSpPr>
            <a:spLocks noGrp="1"/>
          </p:cNvSpPr>
          <p:nvPr>
            <p:ph type="ftr" sz="quarter" idx="11"/>
          </p:nvPr>
        </p:nvSpPr>
        <p:spPr/>
        <p:txBody>
          <a:bodyPr/>
          <a:lstStyle/>
          <a:p>
            <a:r>
              <a:rPr lang="de-DE"/>
              <a:t>Tyler T. Procko - ERAU Daytona</a:t>
            </a:r>
            <a:endParaRPr lang="en-US"/>
          </a:p>
        </p:txBody>
      </p:sp>
      <p:sp>
        <p:nvSpPr>
          <p:cNvPr id="8" name="Slide Number Placeholder 7">
            <a:extLst>
              <a:ext uri="{FF2B5EF4-FFF2-40B4-BE49-F238E27FC236}">
                <a16:creationId xmlns:a16="http://schemas.microsoft.com/office/drawing/2014/main" id="{7C6735F9-8800-0956-7298-A0F2CE775DB5}"/>
              </a:ext>
            </a:extLst>
          </p:cNvPr>
          <p:cNvSpPr>
            <a:spLocks noGrp="1"/>
          </p:cNvSpPr>
          <p:nvPr>
            <p:ph type="sldNum" sz="quarter" idx="12"/>
          </p:nvPr>
        </p:nvSpPr>
        <p:spPr/>
        <p:txBody>
          <a:bodyPr/>
          <a:lstStyle/>
          <a:p>
            <a:fld id="{C473A0A6-EC25-4F79-943E-C6FB53EAB36C}" type="slidenum">
              <a:rPr lang="en-US" smtClean="0"/>
              <a:t>53</a:t>
            </a:fld>
            <a:endParaRPr lang="en-US"/>
          </a:p>
        </p:txBody>
      </p:sp>
    </p:spTree>
    <p:extLst>
      <p:ext uri="{BB962C8B-B14F-4D97-AF65-F5344CB8AC3E}">
        <p14:creationId xmlns:p14="http://schemas.microsoft.com/office/powerpoint/2010/main" val="28921460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3B4D3-C467-BF1F-882A-BB996284C527}"/>
              </a:ext>
            </a:extLst>
          </p:cNvPr>
          <p:cNvSpPr>
            <a:spLocks noGrp="1"/>
          </p:cNvSpPr>
          <p:nvPr>
            <p:ph type="title"/>
          </p:nvPr>
        </p:nvSpPr>
        <p:spPr/>
        <p:txBody>
          <a:bodyPr/>
          <a:lstStyle/>
          <a:p>
            <a:r>
              <a:rPr lang="en-US" dirty="0"/>
              <a:t>RQ 3: Answer</a:t>
            </a:r>
          </a:p>
        </p:txBody>
      </p:sp>
      <p:graphicFrame>
        <p:nvGraphicFramePr>
          <p:cNvPr id="7" name="Content Placeholder 6">
            <a:extLst>
              <a:ext uri="{FF2B5EF4-FFF2-40B4-BE49-F238E27FC236}">
                <a16:creationId xmlns:a16="http://schemas.microsoft.com/office/drawing/2014/main" id="{434C96FF-2212-ADB3-6E5D-5FA8721CB2DF}"/>
              </a:ext>
            </a:extLst>
          </p:cNvPr>
          <p:cNvGraphicFramePr>
            <a:graphicFrameLocks noGrp="1"/>
          </p:cNvGraphicFramePr>
          <p:nvPr>
            <p:ph idx="1"/>
            <p:extLst>
              <p:ext uri="{D42A27DB-BD31-4B8C-83A1-F6EECF244321}">
                <p14:modId xmlns:p14="http://schemas.microsoft.com/office/powerpoint/2010/main" val="2470013061"/>
              </p:ext>
            </p:extLst>
          </p:nvPr>
        </p:nvGraphicFramePr>
        <p:xfrm>
          <a:off x="236220" y="1332993"/>
          <a:ext cx="11719560" cy="4561407"/>
        </p:xfrm>
        <a:graphic>
          <a:graphicData uri="http://schemas.openxmlformats.org/drawingml/2006/table">
            <a:tbl>
              <a:tblPr firstRow="1" firstCol="1" bandRow="1">
                <a:tableStyleId>{5C22544A-7EE6-4342-B048-85BDC9FD1C3A}</a:tableStyleId>
              </a:tblPr>
              <a:tblGrid>
                <a:gridCol w="2033858">
                  <a:extLst>
                    <a:ext uri="{9D8B030D-6E8A-4147-A177-3AD203B41FA5}">
                      <a16:colId xmlns:a16="http://schemas.microsoft.com/office/drawing/2014/main" val="4021493384"/>
                    </a:ext>
                  </a:extLst>
                </a:gridCol>
                <a:gridCol w="5679695">
                  <a:extLst>
                    <a:ext uri="{9D8B030D-6E8A-4147-A177-3AD203B41FA5}">
                      <a16:colId xmlns:a16="http://schemas.microsoft.com/office/drawing/2014/main" val="879007370"/>
                    </a:ext>
                  </a:extLst>
                </a:gridCol>
                <a:gridCol w="4006007">
                  <a:extLst>
                    <a:ext uri="{9D8B030D-6E8A-4147-A177-3AD203B41FA5}">
                      <a16:colId xmlns:a16="http://schemas.microsoft.com/office/drawing/2014/main" val="3427216834"/>
                    </a:ext>
                  </a:extLst>
                </a:gridCol>
              </a:tblGrid>
              <a:tr h="186798">
                <a:tc>
                  <a:txBody>
                    <a:bodyPr/>
                    <a:lstStyle/>
                    <a:p>
                      <a:pPr marL="0" marR="0" algn="just">
                        <a:lnSpc>
                          <a:spcPct val="100000"/>
                        </a:lnSpc>
                        <a:buNone/>
                      </a:pPr>
                      <a:r>
                        <a:rPr lang="en-US" sz="1200">
                          <a:effectLst/>
                        </a:rPr>
                        <a:t>Challenge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Details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Mitigation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727736186"/>
                  </a:ext>
                </a:extLst>
              </a:tr>
              <a:tr h="461947">
                <a:tc>
                  <a:txBody>
                    <a:bodyPr/>
                    <a:lstStyle/>
                    <a:p>
                      <a:pPr marL="0" marR="0" algn="just">
                        <a:lnSpc>
                          <a:spcPct val="100000"/>
                        </a:lnSpc>
                        <a:buNone/>
                      </a:pPr>
                      <a:r>
                        <a:rPr lang="en-US" sz="1200">
                          <a:effectLst/>
                        </a:rPr>
                        <a:t>Information overload</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Generating timeslice data on a set interval, e.g., 5 seconds, results in a significant amount of information that may be hard to digest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TTL KGs are terse, prompt responses are shortened aggregates, KG analysis by a LLM returns plaintext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3670311557"/>
                  </a:ext>
                </a:extLst>
              </a:tr>
              <a:tr h="461947">
                <a:tc>
                  <a:txBody>
                    <a:bodyPr/>
                    <a:lstStyle/>
                    <a:p>
                      <a:pPr marL="0" marR="0" algn="just">
                        <a:lnSpc>
                          <a:spcPct val="100000"/>
                        </a:lnSpc>
                        <a:buNone/>
                      </a:pPr>
                      <a:r>
                        <a:rPr lang="en-US" sz="1200">
                          <a:effectLst/>
                        </a:rPr>
                        <a:t>Context sources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There are various possible influencing sources, where only a distinct subset of them can be captured consistently on a computer</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Define and implement the selection of the distinct subset of context sources able to be feasibly captured</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1847735146"/>
                  </a:ext>
                </a:extLst>
              </a:tr>
              <a:tr h="373596">
                <a:tc>
                  <a:txBody>
                    <a:bodyPr/>
                    <a:lstStyle/>
                    <a:p>
                      <a:pPr marL="0" marR="0" algn="just">
                        <a:lnSpc>
                          <a:spcPct val="100000"/>
                        </a:lnSpc>
                        <a:buNone/>
                      </a:pPr>
                      <a:r>
                        <a:rPr lang="en-US" sz="1200">
                          <a:effectLst/>
                        </a:rPr>
                        <a:t>Privacy</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Automatic provenance capture using screenshots may introduce privacy concerns, e.g., passwords that are seen and captured</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Limit ProvTracer use to work machines with designated work applications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1854989192"/>
                  </a:ext>
                </a:extLst>
              </a:tr>
              <a:tr h="373596">
                <a:tc>
                  <a:txBody>
                    <a:bodyPr/>
                    <a:lstStyle/>
                    <a:p>
                      <a:pPr marL="0" marR="0" algn="just">
                        <a:lnSpc>
                          <a:spcPct val="100000"/>
                        </a:lnSpc>
                        <a:buNone/>
                      </a:pPr>
                      <a:r>
                        <a:rPr lang="en-US" sz="1200">
                          <a:effectLst/>
                        </a:rPr>
                        <a:t>Automation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Automatically capturing provenance as it is witnessed is a complex semantic action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Low-level metadata is captured with basic code libraries, high-level provenance with a MLLM</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3801413342"/>
                  </a:ext>
                </a:extLst>
              </a:tr>
              <a:tr h="373596">
                <a:tc>
                  <a:txBody>
                    <a:bodyPr/>
                    <a:lstStyle/>
                    <a:p>
                      <a:pPr marL="0" marR="0" algn="just">
                        <a:lnSpc>
                          <a:spcPct val="100000"/>
                        </a:lnSpc>
                        <a:buNone/>
                      </a:pPr>
                      <a:r>
                        <a:rPr lang="en-US" sz="1200">
                          <a:effectLst/>
                        </a:rPr>
                        <a:t>Hallucination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LLMs may produce inaccurate or fabricated provenance descriptions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Add consistency checks; fine-tune prompts with domain- or task-specific constraints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2521166356"/>
                  </a:ext>
                </a:extLst>
              </a:tr>
              <a:tr h="373596">
                <a:tc>
                  <a:txBody>
                    <a:bodyPr/>
                    <a:lstStyle/>
                    <a:p>
                      <a:pPr marL="0" marR="0" algn="just">
                        <a:lnSpc>
                          <a:spcPct val="100000"/>
                        </a:lnSpc>
                        <a:buNone/>
                      </a:pPr>
                      <a:r>
                        <a:rPr lang="en-US" sz="1200">
                          <a:effectLst/>
                        </a:rPr>
                        <a:t>Computational scalability</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Frequent screenshot processing and LLM prompting may stress system performance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Optimize prompt granularity; use local caching; employ batch processing where latency allows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1033407124"/>
                  </a:ext>
                </a:extLst>
              </a:tr>
              <a:tr h="461947">
                <a:tc>
                  <a:txBody>
                    <a:bodyPr/>
                    <a:lstStyle/>
                    <a:p>
                      <a:pPr marL="0" marR="0" algn="just">
                        <a:lnSpc>
                          <a:spcPct val="100000"/>
                        </a:lnSpc>
                        <a:buNone/>
                      </a:pPr>
                      <a:r>
                        <a:rPr lang="en-US" sz="1200">
                          <a:effectLst/>
                        </a:rPr>
                        <a:t>Fiscal scalability</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Repeated API calls to LLMs are costly at scale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Reduce snapshot frequency, e.g., with ProvTracer settings; explore open-source or locally hosted LLMs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4195472062"/>
                  </a:ext>
                </a:extLst>
              </a:tr>
              <a:tr h="373596">
                <a:tc>
                  <a:txBody>
                    <a:bodyPr/>
                    <a:lstStyle/>
                    <a:p>
                      <a:pPr marL="0" marR="0" algn="just">
                        <a:lnSpc>
                          <a:spcPct val="100000"/>
                        </a:lnSpc>
                        <a:buNone/>
                      </a:pPr>
                      <a:r>
                        <a:rPr lang="en-US" sz="1200">
                          <a:effectLst/>
                        </a:rPr>
                        <a:t>Provenance use and analysis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Once provenance is generated, its use / analysis / dissemination has no general heuristic, is primarily qualitative, and specific to domains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Use LLM to analyze provenance in a RAG workflow</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4223621130"/>
                  </a:ext>
                </a:extLst>
              </a:tr>
              <a:tr h="373596">
                <a:tc>
                  <a:txBody>
                    <a:bodyPr/>
                    <a:lstStyle/>
                    <a:p>
                      <a:pPr marL="0" marR="0" algn="just">
                        <a:lnSpc>
                          <a:spcPct val="100000"/>
                        </a:lnSpc>
                        <a:buNone/>
                      </a:pPr>
                      <a:r>
                        <a:rPr lang="en-US" sz="1200">
                          <a:effectLst/>
                        </a:rPr>
                        <a:t>Noise differentiation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Irrelevant inputs may be interpreted as provenance, e.g., Spotify, background apps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a:effectLst/>
                        </a:rPr>
                        <a:t>Apply whitelist-based filtering; use taxonomy of known noise categories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3767565277"/>
                  </a:ext>
                </a:extLst>
              </a:tr>
              <a:tr h="373596">
                <a:tc>
                  <a:txBody>
                    <a:bodyPr/>
                    <a:lstStyle/>
                    <a:p>
                      <a:pPr marL="0" marR="0" algn="just">
                        <a:lnSpc>
                          <a:spcPct val="100000"/>
                        </a:lnSpc>
                        <a:buNone/>
                      </a:pPr>
                      <a:r>
                        <a:rPr lang="en-US" sz="1200">
                          <a:effectLst/>
                        </a:rPr>
                        <a:t>Temporal disconnect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Measuring work deltas between screenshot intervals is difficult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Send two screenshots at once and adjust prompt accordingly</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3065780021"/>
                  </a:ext>
                </a:extLst>
              </a:tr>
              <a:tr h="373596">
                <a:tc>
                  <a:txBody>
                    <a:bodyPr/>
                    <a:lstStyle/>
                    <a:p>
                      <a:pPr marL="0" marR="0" algn="just">
                        <a:lnSpc>
                          <a:spcPct val="100000"/>
                        </a:lnSpc>
                        <a:buNone/>
                      </a:pPr>
                      <a:r>
                        <a:rPr lang="en-US" sz="1200">
                          <a:effectLst/>
                        </a:rPr>
                        <a:t>User trust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Users may distrust generated traces, especially if incorrect or involving personal information</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tc>
                  <a:txBody>
                    <a:bodyPr/>
                    <a:lstStyle/>
                    <a:p>
                      <a:pPr marL="0" marR="0" algn="just">
                        <a:lnSpc>
                          <a:spcPct val="100000"/>
                        </a:lnSpc>
                        <a:buNone/>
                      </a:pPr>
                      <a:r>
                        <a:rPr lang="en-US" sz="1200" dirty="0">
                          <a:effectLst/>
                        </a:rPr>
                        <a:t>Enable user correction or annotation</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4042" marR="24042" marT="0" marB="0"/>
                </a:tc>
                <a:extLst>
                  <a:ext uri="{0D108BD9-81ED-4DB2-BD59-A6C34878D82A}">
                    <a16:rowId xmlns:a16="http://schemas.microsoft.com/office/drawing/2014/main" val="397956340"/>
                  </a:ext>
                </a:extLst>
              </a:tr>
            </a:tbl>
          </a:graphicData>
        </a:graphic>
      </p:graphicFrame>
      <p:sp>
        <p:nvSpPr>
          <p:cNvPr id="4" name="Date Placeholder 3">
            <a:extLst>
              <a:ext uri="{FF2B5EF4-FFF2-40B4-BE49-F238E27FC236}">
                <a16:creationId xmlns:a16="http://schemas.microsoft.com/office/drawing/2014/main" id="{E6E0C2E2-38F4-6294-104F-2E67C5AFA4A8}"/>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6F15EEF6-91A6-FDCC-6FDF-49E38321DD39}"/>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7A07D8C7-85DD-A0E5-E0AE-80700B43A382}"/>
              </a:ext>
            </a:extLst>
          </p:cNvPr>
          <p:cNvSpPr>
            <a:spLocks noGrp="1"/>
          </p:cNvSpPr>
          <p:nvPr>
            <p:ph type="sldNum" sz="quarter" idx="12"/>
          </p:nvPr>
        </p:nvSpPr>
        <p:spPr/>
        <p:txBody>
          <a:bodyPr/>
          <a:lstStyle/>
          <a:p>
            <a:fld id="{C473A0A6-EC25-4F79-943E-C6FB53EAB36C}" type="slidenum">
              <a:rPr lang="en-US" smtClean="0"/>
              <a:t>54</a:t>
            </a:fld>
            <a:endParaRPr lang="en-US"/>
          </a:p>
        </p:txBody>
      </p:sp>
    </p:spTree>
    <p:extLst>
      <p:ext uri="{BB962C8B-B14F-4D97-AF65-F5344CB8AC3E}">
        <p14:creationId xmlns:p14="http://schemas.microsoft.com/office/powerpoint/2010/main" val="20224482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FA9E8-D2D6-D14B-9837-33CD92E15DD4}"/>
              </a:ext>
            </a:extLst>
          </p:cNvPr>
          <p:cNvSpPr>
            <a:spLocks noGrp="1"/>
          </p:cNvSpPr>
          <p:nvPr>
            <p:ph type="title"/>
          </p:nvPr>
        </p:nvSpPr>
        <p:spPr/>
        <p:txBody>
          <a:bodyPr/>
          <a:lstStyle/>
          <a:p>
            <a:r>
              <a:rPr lang="en-US" dirty="0"/>
              <a:t>Addressing Interoperability</a:t>
            </a:r>
          </a:p>
        </p:txBody>
      </p:sp>
      <p:sp>
        <p:nvSpPr>
          <p:cNvPr id="3" name="Content Placeholder 2">
            <a:extLst>
              <a:ext uri="{FF2B5EF4-FFF2-40B4-BE49-F238E27FC236}">
                <a16:creationId xmlns:a16="http://schemas.microsoft.com/office/drawing/2014/main" id="{A2CAA7D6-52EE-DF0F-8F8B-D0B2E6AFD896}"/>
              </a:ext>
            </a:extLst>
          </p:cNvPr>
          <p:cNvSpPr>
            <a:spLocks noGrp="1"/>
          </p:cNvSpPr>
          <p:nvPr>
            <p:ph idx="1"/>
          </p:nvPr>
        </p:nvSpPr>
        <p:spPr>
          <a:xfrm>
            <a:off x="838200" y="1825625"/>
            <a:ext cx="5257800" cy="4351338"/>
          </a:xfrm>
        </p:spPr>
        <p:txBody>
          <a:bodyPr>
            <a:normAutofit fontScale="85000" lnSpcReduction="20000"/>
          </a:bodyPr>
          <a:lstStyle/>
          <a:p>
            <a:pPr algn="just"/>
            <a:r>
              <a:rPr lang="en-US" b="1" dirty="0"/>
              <a:t>Standards-based modeling</a:t>
            </a:r>
            <a:r>
              <a:rPr lang="en-US" dirty="0"/>
              <a:t>: ProvTracer uses PROV-O for compatibility with ~30% of scientific provenance systems</a:t>
            </a:r>
          </a:p>
          <a:p>
            <a:pPr algn="just"/>
            <a:r>
              <a:rPr lang="en-US" b="1" dirty="0"/>
              <a:t>Cross-ontology mapping</a:t>
            </a:r>
            <a:r>
              <a:rPr lang="en-US" dirty="0"/>
              <a:t>: maps PROV-O terms to BFO, an ISO/DoD standard</a:t>
            </a:r>
          </a:p>
          <a:p>
            <a:pPr algn="just"/>
            <a:r>
              <a:rPr lang="en-US" b="1" dirty="0"/>
              <a:t>Aligned with trends</a:t>
            </a:r>
            <a:r>
              <a:rPr lang="en-US" dirty="0"/>
              <a:t>: supports PROV-O adoption for large ML systems</a:t>
            </a:r>
          </a:p>
          <a:p>
            <a:pPr algn="just"/>
            <a:r>
              <a:rPr lang="en-US" b="1" dirty="0"/>
              <a:t>Future-proof design</a:t>
            </a:r>
            <a:r>
              <a:rPr lang="en-US" dirty="0"/>
              <a:t>: uses structured, extensible knowledge graphs to support evolving techniques, tools and systems</a:t>
            </a:r>
          </a:p>
        </p:txBody>
      </p:sp>
      <p:sp>
        <p:nvSpPr>
          <p:cNvPr id="4" name="Date Placeholder 3">
            <a:extLst>
              <a:ext uri="{FF2B5EF4-FFF2-40B4-BE49-F238E27FC236}">
                <a16:creationId xmlns:a16="http://schemas.microsoft.com/office/drawing/2014/main" id="{C64A06B3-1A42-748A-3E7B-81046ADE01B6}"/>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83D5D93F-F127-012F-876C-AA96C08F2A40}"/>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1946DEB4-2222-06F3-5506-B9495E5FF872}"/>
              </a:ext>
            </a:extLst>
          </p:cNvPr>
          <p:cNvSpPr>
            <a:spLocks noGrp="1"/>
          </p:cNvSpPr>
          <p:nvPr>
            <p:ph type="sldNum" sz="quarter" idx="12"/>
          </p:nvPr>
        </p:nvSpPr>
        <p:spPr/>
        <p:txBody>
          <a:bodyPr/>
          <a:lstStyle/>
          <a:p>
            <a:fld id="{C473A0A6-EC25-4F79-943E-C6FB53EAB36C}" type="slidenum">
              <a:rPr lang="en-US" smtClean="0"/>
              <a:t>55</a:t>
            </a:fld>
            <a:endParaRPr lang="en-US"/>
          </a:p>
        </p:txBody>
      </p:sp>
      <p:pic>
        <p:nvPicPr>
          <p:cNvPr id="7" name="Picture 6" descr="A black background with blue and white logo&#10;&#10;AI-generated content may be incorrect.">
            <a:extLst>
              <a:ext uri="{FF2B5EF4-FFF2-40B4-BE49-F238E27FC236}">
                <a16:creationId xmlns:a16="http://schemas.microsoft.com/office/drawing/2014/main" id="{E6FB8FB0-AB70-3A9C-FFD7-A0EAEB467BB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11626" y="2267631"/>
            <a:ext cx="5739231" cy="3467325"/>
          </a:xfrm>
          <a:prstGeom prst="rect">
            <a:avLst/>
          </a:prstGeom>
          <a:noFill/>
          <a:ln>
            <a:noFill/>
          </a:ln>
        </p:spPr>
      </p:pic>
    </p:spTree>
    <p:extLst>
      <p:ext uri="{BB962C8B-B14F-4D97-AF65-F5344CB8AC3E}">
        <p14:creationId xmlns:p14="http://schemas.microsoft.com/office/powerpoint/2010/main" val="10991460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0F0CA-1619-DCD0-6775-EFFF9973F881}"/>
              </a:ext>
            </a:extLst>
          </p:cNvPr>
          <p:cNvSpPr>
            <a:spLocks noGrp="1"/>
          </p:cNvSpPr>
          <p:nvPr>
            <p:ph type="title"/>
          </p:nvPr>
        </p:nvSpPr>
        <p:spPr/>
        <p:txBody>
          <a:bodyPr/>
          <a:lstStyle/>
          <a:p>
            <a:r>
              <a:rPr lang="en-US" dirty="0"/>
              <a:t>Addressing Information Overload</a:t>
            </a:r>
          </a:p>
        </p:txBody>
      </p:sp>
      <p:sp>
        <p:nvSpPr>
          <p:cNvPr id="3" name="Content Placeholder 2">
            <a:extLst>
              <a:ext uri="{FF2B5EF4-FFF2-40B4-BE49-F238E27FC236}">
                <a16:creationId xmlns:a16="http://schemas.microsoft.com/office/drawing/2014/main" id="{16E93CD1-8A0A-1A9D-7A1F-B41F39FEAF94}"/>
              </a:ext>
            </a:extLst>
          </p:cNvPr>
          <p:cNvSpPr>
            <a:spLocks noGrp="1"/>
          </p:cNvSpPr>
          <p:nvPr>
            <p:ph idx="1"/>
          </p:nvPr>
        </p:nvSpPr>
        <p:spPr>
          <a:xfrm>
            <a:off x="838200" y="1825625"/>
            <a:ext cx="6431280" cy="4351338"/>
          </a:xfrm>
        </p:spPr>
        <p:txBody>
          <a:bodyPr>
            <a:normAutofit fontScale="92500"/>
          </a:bodyPr>
          <a:lstStyle/>
          <a:p>
            <a:pPr marL="0" indent="0" algn="just">
              <a:buNone/>
            </a:pPr>
            <a:r>
              <a:rPr lang="en-US" dirty="0"/>
              <a:t>ProvTracer mitigates information overload in several ways:</a:t>
            </a:r>
          </a:p>
          <a:p>
            <a:pPr algn="just"/>
            <a:r>
              <a:rPr lang="en-US" b="1" dirty="0"/>
              <a:t>User configurability</a:t>
            </a:r>
            <a:r>
              <a:rPr lang="en-US" dirty="0"/>
              <a:t>: adjustable timeslice intervals and optional context sources let users control data volume</a:t>
            </a:r>
          </a:p>
          <a:p>
            <a:pPr algn="just"/>
            <a:r>
              <a:rPr lang="en-US" b="1" dirty="0"/>
              <a:t>MLLM summarization</a:t>
            </a:r>
            <a:r>
              <a:rPr lang="en-US" dirty="0"/>
              <a:t>: prompts return high-level summaries, reducing overload</a:t>
            </a:r>
          </a:p>
          <a:p>
            <a:pPr algn="just"/>
            <a:r>
              <a:rPr lang="en-US" b="1" dirty="0"/>
              <a:t>Structured output</a:t>
            </a:r>
            <a:r>
              <a:rPr lang="en-US" dirty="0"/>
              <a:t>: provenance is encoded in queryable knowledge graphs for focused, relevant retrieval</a:t>
            </a:r>
          </a:p>
        </p:txBody>
      </p:sp>
      <p:sp>
        <p:nvSpPr>
          <p:cNvPr id="4" name="Date Placeholder 3">
            <a:extLst>
              <a:ext uri="{FF2B5EF4-FFF2-40B4-BE49-F238E27FC236}">
                <a16:creationId xmlns:a16="http://schemas.microsoft.com/office/drawing/2014/main" id="{E8668257-30CE-1E99-DB63-F82DEC582A68}"/>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83F2E585-AA93-A423-B667-A7BCA0CE0B2F}"/>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EDA937F0-098D-D716-0105-E1BCC10A26CF}"/>
              </a:ext>
            </a:extLst>
          </p:cNvPr>
          <p:cNvSpPr>
            <a:spLocks noGrp="1"/>
          </p:cNvSpPr>
          <p:nvPr>
            <p:ph type="sldNum" sz="quarter" idx="12"/>
          </p:nvPr>
        </p:nvSpPr>
        <p:spPr/>
        <p:txBody>
          <a:bodyPr/>
          <a:lstStyle/>
          <a:p>
            <a:fld id="{C473A0A6-EC25-4F79-943E-C6FB53EAB36C}" type="slidenum">
              <a:rPr lang="en-US" smtClean="0"/>
              <a:t>56</a:t>
            </a:fld>
            <a:endParaRPr lang="en-US"/>
          </a:p>
        </p:txBody>
      </p:sp>
      <p:pic>
        <p:nvPicPr>
          <p:cNvPr id="7" name="Picture 6">
            <a:extLst>
              <a:ext uri="{FF2B5EF4-FFF2-40B4-BE49-F238E27FC236}">
                <a16:creationId xmlns:a16="http://schemas.microsoft.com/office/drawing/2014/main" id="{A25B8290-4FDA-3807-0DB9-AB262DA46764}"/>
              </a:ext>
            </a:extLst>
          </p:cNvPr>
          <p:cNvPicPr>
            <a:picLocks noChangeAspect="1"/>
          </p:cNvPicPr>
          <p:nvPr/>
        </p:nvPicPr>
        <p:blipFill>
          <a:blip r:embed="rId2"/>
          <a:stretch>
            <a:fillRect/>
          </a:stretch>
        </p:blipFill>
        <p:spPr>
          <a:xfrm>
            <a:off x="7574280" y="1419205"/>
            <a:ext cx="4236720" cy="4937145"/>
          </a:xfrm>
          <a:prstGeom prst="rect">
            <a:avLst/>
          </a:prstGeom>
        </p:spPr>
      </p:pic>
    </p:spTree>
    <p:extLst>
      <p:ext uri="{BB962C8B-B14F-4D97-AF65-F5344CB8AC3E}">
        <p14:creationId xmlns:p14="http://schemas.microsoft.com/office/powerpoint/2010/main" val="6964918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36D97-3222-889A-FD7D-483A4EA52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D8BBC-97F5-1284-B017-F015BA672776}"/>
              </a:ext>
            </a:extLst>
          </p:cNvPr>
          <p:cNvSpPr>
            <a:spLocks noGrp="1"/>
          </p:cNvSpPr>
          <p:nvPr>
            <p:ph type="title"/>
          </p:nvPr>
        </p:nvSpPr>
        <p:spPr/>
        <p:txBody>
          <a:bodyPr/>
          <a:lstStyle/>
          <a:p>
            <a:r>
              <a:rPr lang="en-US" dirty="0"/>
              <a:t>Addressing Transparency and Reproducibility</a:t>
            </a:r>
          </a:p>
        </p:txBody>
      </p:sp>
      <p:sp>
        <p:nvSpPr>
          <p:cNvPr id="3" name="Content Placeholder 2">
            <a:extLst>
              <a:ext uri="{FF2B5EF4-FFF2-40B4-BE49-F238E27FC236}">
                <a16:creationId xmlns:a16="http://schemas.microsoft.com/office/drawing/2014/main" id="{E578DFA0-3594-1237-634C-EACCCEBA7676}"/>
              </a:ext>
            </a:extLst>
          </p:cNvPr>
          <p:cNvSpPr>
            <a:spLocks noGrp="1"/>
          </p:cNvSpPr>
          <p:nvPr>
            <p:ph idx="1"/>
          </p:nvPr>
        </p:nvSpPr>
        <p:spPr/>
        <p:txBody>
          <a:bodyPr>
            <a:normAutofit/>
          </a:bodyPr>
          <a:lstStyle/>
          <a:p>
            <a:pPr algn="just"/>
            <a:r>
              <a:rPr lang="en-US" dirty="0"/>
              <a:t>These NFRs come for free with ProvTracer</a:t>
            </a:r>
          </a:p>
          <a:p>
            <a:pPr algn="just"/>
            <a:endParaRPr lang="en-US" dirty="0"/>
          </a:p>
          <a:p>
            <a:pPr algn="just"/>
            <a:r>
              <a:rPr lang="en-US" dirty="0"/>
              <a:t>We record everything, so… transparency!</a:t>
            </a:r>
          </a:p>
          <a:p>
            <a:pPr lvl="1" algn="just"/>
            <a:r>
              <a:rPr lang="en-US" dirty="0"/>
              <a:t>We establish informed consent with the disclaimer present while the application is running (this is an effort in transparency itself)</a:t>
            </a:r>
          </a:p>
          <a:p>
            <a:pPr algn="just"/>
            <a:r>
              <a:rPr lang="en-US" dirty="0"/>
              <a:t>Reproducibility is in the same vein</a:t>
            </a:r>
          </a:p>
          <a:p>
            <a:pPr lvl="1" algn="just"/>
            <a:r>
              <a:rPr lang="en-US" dirty="0"/>
              <a:t>We record keyboard strokes so comparison to screenshots can be done with text deltas</a:t>
            </a:r>
          </a:p>
        </p:txBody>
      </p:sp>
      <p:sp>
        <p:nvSpPr>
          <p:cNvPr id="4" name="Date Placeholder 3">
            <a:extLst>
              <a:ext uri="{FF2B5EF4-FFF2-40B4-BE49-F238E27FC236}">
                <a16:creationId xmlns:a16="http://schemas.microsoft.com/office/drawing/2014/main" id="{FCB10D65-F90C-5E76-CF30-028B55E3166B}"/>
              </a:ext>
            </a:extLst>
          </p:cNvPr>
          <p:cNvSpPr>
            <a:spLocks noGrp="1"/>
          </p:cNvSpPr>
          <p:nvPr>
            <p:ph type="dt" sz="half" idx="10"/>
          </p:nvPr>
        </p:nvSpPr>
        <p:spPr/>
        <p:txBody>
          <a:bodyPr/>
          <a:lstStyle/>
          <a:p>
            <a:r>
              <a:rPr lang="en-US"/>
              <a:t>April 21st, 2025</a:t>
            </a:r>
          </a:p>
        </p:txBody>
      </p:sp>
      <p:sp>
        <p:nvSpPr>
          <p:cNvPr id="6" name="Footer Placeholder 5">
            <a:extLst>
              <a:ext uri="{FF2B5EF4-FFF2-40B4-BE49-F238E27FC236}">
                <a16:creationId xmlns:a16="http://schemas.microsoft.com/office/drawing/2014/main" id="{EF04394F-9ABE-0485-23B1-EBC1B2EAC652}"/>
              </a:ext>
            </a:extLst>
          </p:cNvPr>
          <p:cNvSpPr>
            <a:spLocks noGrp="1"/>
          </p:cNvSpPr>
          <p:nvPr>
            <p:ph type="ftr" sz="quarter" idx="11"/>
          </p:nvPr>
        </p:nvSpPr>
        <p:spPr/>
        <p:txBody>
          <a:bodyPr/>
          <a:lstStyle/>
          <a:p>
            <a:r>
              <a:rPr lang="de-DE"/>
              <a:t>Tyler T. Procko - ERAU Daytona</a:t>
            </a:r>
            <a:endParaRPr lang="en-US"/>
          </a:p>
        </p:txBody>
      </p:sp>
      <p:sp>
        <p:nvSpPr>
          <p:cNvPr id="7" name="Slide Number Placeholder 6">
            <a:extLst>
              <a:ext uri="{FF2B5EF4-FFF2-40B4-BE49-F238E27FC236}">
                <a16:creationId xmlns:a16="http://schemas.microsoft.com/office/drawing/2014/main" id="{E2D08209-E884-ED5A-9991-93E4DDCE54E7}"/>
              </a:ext>
            </a:extLst>
          </p:cNvPr>
          <p:cNvSpPr>
            <a:spLocks noGrp="1"/>
          </p:cNvSpPr>
          <p:nvPr>
            <p:ph type="sldNum" sz="quarter" idx="12"/>
          </p:nvPr>
        </p:nvSpPr>
        <p:spPr/>
        <p:txBody>
          <a:bodyPr/>
          <a:lstStyle/>
          <a:p>
            <a:fld id="{C473A0A6-EC25-4F79-943E-C6FB53EAB36C}" type="slidenum">
              <a:rPr lang="en-US" smtClean="0"/>
              <a:t>57</a:t>
            </a:fld>
            <a:endParaRPr lang="en-US"/>
          </a:p>
        </p:txBody>
      </p:sp>
    </p:spTree>
    <p:extLst>
      <p:ext uri="{BB962C8B-B14F-4D97-AF65-F5344CB8AC3E}">
        <p14:creationId xmlns:p14="http://schemas.microsoft.com/office/powerpoint/2010/main" val="4504246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B1C50-8E2F-5F9E-B747-BC11BD1DF3D1}"/>
              </a:ext>
            </a:extLst>
          </p:cNvPr>
          <p:cNvSpPr>
            <a:spLocks noGrp="1"/>
          </p:cNvSpPr>
          <p:nvPr>
            <p:ph type="title"/>
          </p:nvPr>
        </p:nvSpPr>
        <p:spPr/>
        <p:txBody>
          <a:bodyPr/>
          <a:lstStyle/>
          <a:p>
            <a:r>
              <a:rPr lang="en-US" dirty="0"/>
              <a:t>Related Work: Microsoft Recall</a:t>
            </a:r>
          </a:p>
        </p:txBody>
      </p:sp>
      <p:sp>
        <p:nvSpPr>
          <p:cNvPr id="3" name="Content Placeholder 2">
            <a:extLst>
              <a:ext uri="{FF2B5EF4-FFF2-40B4-BE49-F238E27FC236}">
                <a16:creationId xmlns:a16="http://schemas.microsoft.com/office/drawing/2014/main" id="{B3CAC082-C2D1-1EB0-BC13-322EC8F98109}"/>
              </a:ext>
            </a:extLst>
          </p:cNvPr>
          <p:cNvSpPr>
            <a:spLocks noGrp="1"/>
          </p:cNvSpPr>
          <p:nvPr>
            <p:ph idx="1"/>
          </p:nvPr>
        </p:nvSpPr>
        <p:spPr>
          <a:xfrm>
            <a:off x="838199" y="2328892"/>
            <a:ext cx="5360720" cy="4026957"/>
          </a:xfrm>
        </p:spPr>
        <p:txBody>
          <a:bodyPr>
            <a:normAutofit/>
          </a:bodyPr>
          <a:lstStyle/>
          <a:p>
            <a:pPr algn="just"/>
            <a:r>
              <a:rPr lang="en-US" sz="2000" b="1" dirty="0"/>
              <a:t>Closed system</a:t>
            </a:r>
            <a:r>
              <a:rPr lang="en-US" sz="2000" dirty="0"/>
              <a:t>: Recall is closed and non-extensible; ProvTracer is open and customizable</a:t>
            </a:r>
          </a:p>
          <a:p>
            <a:pPr algn="just"/>
            <a:r>
              <a:rPr lang="en-US" sz="2000" b="1" dirty="0"/>
              <a:t>Fuzzy storage</a:t>
            </a:r>
            <a:r>
              <a:rPr lang="en-US" sz="2000" dirty="0"/>
              <a:t>: Recall stores fuzzy image timelines; ProvTracer uses KGs</a:t>
            </a:r>
          </a:p>
          <a:p>
            <a:pPr algn="just"/>
            <a:r>
              <a:rPr lang="en-US" sz="2000" b="1" dirty="0"/>
              <a:t>No artifact linking</a:t>
            </a:r>
            <a:r>
              <a:rPr lang="en-US" sz="2000" dirty="0"/>
              <a:t>: Recall lacks linkage between activity and artifact; ProvTracer links provenance to artifact evolution</a:t>
            </a:r>
          </a:p>
          <a:p>
            <a:pPr algn="just"/>
            <a:r>
              <a:rPr lang="en-US" sz="2000" b="1" dirty="0"/>
              <a:t>High cognitive load</a:t>
            </a:r>
            <a:r>
              <a:rPr lang="en-US" sz="2000" dirty="0"/>
              <a:t>: Recall risks overwhelming users with noise; ProvTracer uses named, user-defined sessions with filtered inputs</a:t>
            </a:r>
          </a:p>
        </p:txBody>
      </p:sp>
      <p:sp>
        <p:nvSpPr>
          <p:cNvPr id="4" name="Date Placeholder 3">
            <a:extLst>
              <a:ext uri="{FF2B5EF4-FFF2-40B4-BE49-F238E27FC236}">
                <a16:creationId xmlns:a16="http://schemas.microsoft.com/office/drawing/2014/main" id="{9B9F2DD2-C48C-B922-412F-AD7360E7C6D1}"/>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34662E1C-9059-5F17-1D4D-C613A858BCBF}"/>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6667E2A1-CAFD-629D-66FD-68AFF0B2C366}"/>
              </a:ext>
            </a:extLst>
          </p:cNvPr>
          <p:cNvSpPr>
            <a:spLocks noGrp="1"/>
          </p:cNvSpPr>
          <p:nvPr>
            <p:ph type="sldNum" sz="quarter" idx="12"/>
          </p:nvPr>
        </p:nvSpPr>
        <p:spPr/>
        <p:txBody>
          <a:bodyPr/>
          <a:lstStyle/>
          <a:p>
            <a:fld id="{C473A0A6-EC25-4F79-943E-C6FB53EAB36C}" type="slidenum">
              <a:rPr lang="en-US" smtClean="0"/>
              <a:t>58</a:t>
            </a:fld>
            <a:endParaRPr lang="en-US"/>
          </a:p>
        </p:txBody>
      </p:sp>
      <p:pic>
        <p:nvPicPr>
          <p:cNvPr id="8" name="Picture 7" descr="Screenshot of Recall displaying search results for the query: Korean restaurant that Alice.">
            <a:extLst>
              <a:ext uri="{FF2B5EF4-FFF2-40B4-BE49-F238E27FC236}">
                <a16:creationId xmlns:a16="http://schemas.microsoft.com/office/drawing/2014/main" id="{BA690124-5DE8-74BD-564C-0A58817F6E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49594" y="2595146"/>
            <a:ext cx="5643331" cy="3175701"/>
          </a:xfrm>
          <a:prstGeom prst="rect">
            <a:avLst/>
          </a:prstGeom>
          <a:noFill/>
          <a:ln>
            <a:noFill/>
          </a:ln>
        </p:spPr>
      </p:pic>
      <p:sp>
        <p:nvSpPr>
          <p:cNvPr id="11" name="TextBox 10">
            <a:extLst>
              <a:ext uri="{FF2B5EF4-FFF2-40B4-BE49-F238E27FC236}">
                <a16:creationId xmlns:a16="http://schemas.microsoft.com/office/drawing/2014/main" id="{3D2B02ED-A7C4-5BA2-B51A-528424E95037}"/>
              </a:ext>
            </a:extLst>
          </p:cNvPr>
          <p:cNvSpPr txBox="1"/>
          <p:nvPr/>
        </p:nvSpPr>
        <p:spPr>
          <a:xfrm>
            <a:off x="838200" y="1825124"/>
            <a:ext cx="10515600" cy="400110"/>
          </a:xfrm>
          <a:prstGeom prst="rect">
            <a:avLst/>
          </a:prstGeom>
          <a:noFill/>
        </p:spPr>
        <p:txBody>
          <a:bodyPr wrap="square">
            <a:spAutoFit/>
          </a:bodyPr>
          <a:lstStyle/>
          <a:p>
            <a:pPr algn="just"/>
            <a:r>
              <a:rPr lang="en-US" sz="2000" dirty="0"/>
              <a:t>Microsoft Recall captures and stores screen activity as image snapshots</a:t>
            </a:r>
          </a:p>
        </p:txBody>
      </p:sp>
    </p:spTree>
    <p:extLst>
      <p:ext uri="{BB962C8B-B14F-4D97-AF65-F5344CB8AC3E}">
        <p14:creationId xmlns:p14="http://schemas.microsoft.com/office/powerpoint/2010/main" val="42903289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65B6B-93D1-B2B4-1275-4FA73C909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779E4B-8F87-5178-E263-146A27BEE9D0}"/>
              </a:ext>
            </a:extLst>
          </p:cNvPr>
          <p:cNvSpPr>
            <a:spLocks noGrp="1"/>
          </p:cNvSpPr>
          <p:nvPr>
            <p:ph type="title"/>
          </p:nvPr>
        </p:nvSpPr>
        <p:spPr/>
        <p:txBody>
          <a:bodyPr/>
          <a:lstStyle/>
          <a:p>
            <a:r>
              <a:rPr lang="en-US" dirty="0"/>
              <a:t>Related Work: Microsoft Steps Recorder</a:t>
            </a:r>
          </a:p>
        </p:txBody>
      </p:sp>
      <p:sp>
        <p:nvSpPr>
          <p:cNvPr id="3" name="Content Placeholder 2">
            <a:extLst>
              <a:ext uri="{FF2B5EF4-FFF2-40B4-BE49-F238E27FC236}">
                <a16:creationId xmlns:a16="http://schemas.microsoft.com/office/drawing/2014/main" id="{EB71C5C4-8222-6718-A4C1-FE2A73C302A3}"/>
              </a:ext>
            </a:extLst>
          </p:cNvPr>
          <p:cNvSpPr>
            <a:spLocks noGrp="1"/>
          </p:cNvSpPr>
          <p:nvPr>
            <p:ph idx="1"/>
          </p:nvPr>
        </p:nvSpPr>
        <p:spPr>
          <a:xfrm>
            <a:off x="838199" y="1825625"/>
            <a:ext cx="5693229" cy="4351338"/>
          </a:xfrm>
        </p:spPr>
        <p:txBody>
          <a:bodyPr>
            <a:normAutofit lnSpcReduction="10000"/>
          </a:bodyPr>
          <a:lstStyle/>
          <a:p>
            <a:pPr marL="0" indent="0" algn="just">
              <a:buNone/>
            </a:pPr>
            <a:r>
              <a:rPr lang="en-US" dirty="0"/>
              <a:t>Records screenshots and user actions like clicks for manual troubleshooting</a:t>
            </a:r>
          </a:p>
          <a:p>
            <a:pPr algn="just"/>
            <a:r>
              <a:rPr lang="en-US" b="1" dirty="0"/>
              <a:t>Limited annotation</a:t>
            </a:r>
            <a:r>
              <a:rPr lang="en-US" dirty="0"/>
              <a:t>: some apps receive richer annotations, but most steps are generic and require manual explanation</a:t>
            </a:r>
          </a:p>
          <a:p>
            <a:pPr algn="just"/>
            <a:r>
              <a:rPr lang="en-US" b="1" dirty="0"/>
              <a:t>No semantic analysis</a:t>
            </a:r>
            <a:r>
              <a:rPr lang="en-US" dirty="0"/>
              <a:t>: lacks automated interpretation or structured outputs; users analyze themselves</a:t>
            </a:r>
          </a:p>
        </p:txBody>
      </p:sp>
      <p:sp>
        <p:nvSpPr>
          <p:cNvPr id="4" name="Date Placeholder 3">
            <a:extLst>
              <a:ext uri="{FF2B5EF4-FFF2-40B4-BE49-F238E27FC236}">
                <a16:creationId xmlns:a16="http://schemas.microsoft.com/office/drawing/2014/main" id="{040C63A1-7CFE-420D-525A-1856B3A4AEA1}"/>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6AB05347-E82A-22E9-AE90-4ED7671B7F38}"/>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E7EA177A-DD98-46B9-D87A-80B24EF38241}"/>
              </a:ext>
            </a:extLst>
          </p:cNvPr>
          <p:cNvSpPr>
            <a:spLocks noGrp="1"/>
          </p:cNvSpPr>
          <p:nvPr>
            <p:ph type="sldNum" sz="quarter" idx="12"/>
          </p:nvPr>
        </p:nvSpPr>
        <p:spPr/>
        <p:txBody>
          <a:bodyPr/>
          <a:lstStyle/>
          <a:p>
            <a:fld id="{C473A0A6-EC25-4F79-943E-C6FB53EAB36C}" type="slidenum">
              <a:rPr lang="en-US" smtClean="0"/>
              <a:t>59</a:t>
            </a:fld>
            <a:endParaRPr lang="en-US"/>
          </a:p>
        </p:txBody>
      </p:sp>
      <p:pic>
        <p:nvPicPr>
          <p:cNvPr id="7" name="Picture 6" descr="A screenshot of a computer&#10;&#10;Description automatically generated">
            <a:extLst>
              <a:ext uri="{FF2B5EF4-FFF2-40B4-BE49-F238E27FC236}">
                <a16:creationId xmlns:a16="http://schemas.microsoft.com/office/drawing/2014/main" id="{18DCCB74-7238-CB04-CD68-7FB54CFC7E86}"/>
              </a:ext>
            </a:extLst>
          </p:cNvPr>
          <p:cNvPicPr>
            <a:picLocks noChangeAspect="1"/>
          </p:cNvPicPr>
          <p:nvPr/>
        </p:nvPicPr>
        <p:blipFill rotWithShape="1">
          <a:blip r:embed="rId2"/>
          <a:srcRect b="1764"/>
          <a:stretch/>
        </p:blipFill>
        <p:spPr bwMode="auto">
          <a:xfrm>
            <a:off x="6873438" y="1585504"/>
            <a:ext cx="4993957" cy="4380318"/>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884548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6978C-330C-FD06-BBD7-A781732A8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15692-58EE-21B4-FC9E-F88D687D1CD6}"/>
              </a:ext>
            </a:extLst>
          </p:cNvPr>
          <p:cNvSpPr>
            <a:spLocks noGrp="1"/>
          </p:cNvSpPr>
          <p:nvPr>
            <p:ph type="title"/>
          </p:nvPr>
        </p:nvSpPr>
        <p:spPr/>
        <p:txBody>
          <a:bodyPr>
            <a:normAutofit/>
          </a:bodyPr>
          <a:lstStyle/>
          <a:p>
            <a:r>
              <a:rPr lang="en-US" sz="3600" dirty="0"/>
              <a:t>Related Work: Holistic Knowledge Formation System</a:t>
            </a:r>
          </a:p>
        </p:txBody>
      </p:sp>
      <p:sp>
        <p:nvSpPr>
          <p:cNvPr id="3" name="Content Placeholder 2">
            <a:extLst>
              <a:ext uri="{FF2B5EF4-FFF2-40B4-BE49-F238E27FC236}">
                <a16:creationId xmlns:a16="http://schemas.microsoft.com/office/drawing/2014/main" id="{0CF7666B-9D35-ABC4-D40C-14B67E468EDF}"/>
              </a:ext>
            </a:extLst>
          </p:cNvPr>
          <p:cNvSpPr>
            <a:spLocks noGrp="1"/>
          </p:cNvSpPr>
          <p:nvPr>
            <p:ph idx="1"/>
          </p:nvPr>
        </p:nvSpPr>
        <p:spPr>
          <a:xfrm>
            <a:off x="838200" y="1825625"/>
            <a:ext cx="6240780" cy="4351338"/>
          </a:xfrm>
        </p:spPr>
        <p:txBody>
          <a:bodyPr>
            <a:normAutofit fontScale="85000" lnSpcReduction="20000"/>
          </a:bodyPr>
          <a:lstStyle/>
          <a:p>
            <a:pPr marL="0" indent="0" algn="just">
              <a:buNone/>
            </a:pPr>
            <a:r>
              <a:rPr lang="en-US" dirty="0" err="1"/>
              <a:t>Thaul’s</a:t>
            </a:r>
            <a:r>
              <a:rPr lang="en-US" dirty="0"/>
              <a:t> system is a </a:t>
            </a:r>
            <a:r>
              <a:rPr lang="en-US" b="1" dirty="0"/>
              <a:t>theoretical</a:t>
            </a:r>
            <a:r>
              <a:rPr lang="en-US" dirty="0"/>
              <a:t> wireframe that depends on </a:t>
            </a:r>
            <a:r>
              <a:rPr lang="en-US" b="1" dirty="0"/>
              <a:t>manual</a:t>
            </a:r>
            <a:r>
              <a:rPr lang="en-US" dirty="0"/>
              <a:t> user annotation</a:t>
            </a:r>
          </a:p>
          <a:p>
            <a:pPr algn="just"/>
            <a:r>
              <a:rPr lang="en-US" b="1" dirty="0"/>
              <a:t>Event tracing layer</a:t>
            </a:r>
            <a:r>
              <a:rPr lang="en-US" dirty="0"/>
              <a:t>: </a:t>
            </a:r>
            <a:r>
              <a:rPr lang="en-US" dirty="0" err="1"/>
              <a:t>Thaul’s</a:t>
            </a:r>
            <a:r>
              <a:rPr lang="en-US" dirty="0"/>
              <a:t> system logs user interactions</a:t>
            </a:r>
          </a:p>
          <a:p>
            <a:pPr algn="just"/>
            <a:r>
              <a:rPr lang="en-US" b="1" dirty="0"/>
              <a:t>Weighted influence scoring</a:t>
            </a:r>
            <a:r>
              <a:rPr lang="en-US" dirty="0"/>
              <a:t>: each captured event can be assigned an influence score to model its contribution to knowledge artifacts</a:t>
            </a:r>
          </a:p>
          <a:p>
            <a:pPr algn="just"/>
            <a:r>
              <a:rPr lang="en-US" b="1" dirty="0"/>
              <a:t>Version management</a:t>
            </a:r>
            <a:r>
              <a:rPr lang="en-US" dirty="0"/>
              <a:t>: uses snapshots to track evolving artifacts without overwhelming the user</a:t>
            </a:r>
          </a:p>
          <a:p>
            <a:pPr algn="just"/>
            <a:r>
              <a:rPr lang="en-US" b="1" dirty="0"/>
              <a:t>User-centric controls</a:t>
            </a:r>
            <a:r>
              <a:rPr lang="en-US" dirty="0"/>
              <a:t>: users decide what gets recorded and when to annotate, enabling privacy and personalization</a:t>
            </a:r>
          </a:p>
        </p:txBody>
      </p:sp>
      <p:sp>
        <p:nvSpPr>
          <p:cNvPr id="4" name="Date Placeholder 3">
            <a:extLst>
              <a:ext uri="{FF2B5EF4-FFF2-40B4-BE49-F238E27FC236}">
                <a16:creationId xmlns:a16="http://schemas.microsoft.com/office/drawing/2014/main" id="{93F9F346-845D-2500-5ABA-79C03E1E15AD}"/>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C2FA4C76-034B-619C-96E6-BB6F784A99DF}"/>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51EA5066-6062-7901-AF0A-5B659C7A2390}"/>
              </a:ext>
            </a:extLst>
          </p:cNvPr>
          <p:cNvSpPr>
            <a:spLocks noGrp="1"/>
          </p:cNvSpPr>
          <p:nvPr>
            <p:ph type="sldNum" sz="quarter" idx="12"/>
          </p:nvPr>
        </p:nvSpPr>
        <p:spPr/>
        <p:txBody>
          <a:bodyPr/>
          <a:lstStyle/>
          <a:p>
            <a:fld id="{C473A0A6-EC25-4F79-943E-C6FB53EAB36C}" type="slidenum">
              <a:rPr lang="en-US" smtClean="0"/>
              <a:t>60</a:t>
            </a:fld>
            <a:endParaRPr lang="en-US"/>
          </a:p>
        </p:txBody>
      </p:sp>
      <p:pic>
        <p:nvPicPr>
          <p:cNvPr id="8" name="Picture 7">
            <a:extLst>
              <a:ext uri="{FF2B5EF4-FFF2-40B4-BE49-F238E27FC236}">
                <a16:creationId xmlns:a16="http://schemas.microsoft.com/office/drawing/2014/main" id="{AB1593F7-37D7-CDAA-34D9-D9B34AE266B6}"/>
              </a:ext>
            </a:extLst>
          </p:cNvPr>
          <p:cNvPicPr>
            <a:picLocks noChangeAspect="1"/>
          </p:cNvPicPr>
          <p:nvPr/>
        </p:nvPicPr>
        <p:blipFill>
          <a:blip r:embed="rId2"/>
          <a:srcRect l="2830" r="3525"/>
          <a:stretch/>
        </p:blipFill>
        <p:spPr>
          <a:xfrm>
            <a:off x="7383779" y="1901120"/>
            <a:ext cx="4632961" cy="3792798"/>
          </a:xfrm>
          <a:prstGeom prst="rect">
            <a:avLst/>
          </a:prstGeom>
        </p:spPr>
      </p:pic>
      <p:sp>
        <p:nvSpPr>
          <p:cNvPr id="10" name="TextBox 9">
            <a:extLst>
              <a:ext uri="{FF2B5EF4-FFF2-40B4-BE49-F238E27FC236}">
                <a16:creationId xmlns:a16="http://schemas.microsoft.com/office/drawing/2014/main" id="{F604DD5E-63D6-87BC-EE03-0DFFB635991C}"/>
              </a:ext>
            </a:extLst>
          </p:cNvPr>
          <p:cNvSpPr txBox="1"/>
          <p:nvPr/>
        </p:nvSpPr>
        <p:spPr>
          <a:xfrm>
            <a:off x="8096249" y="5809690"/>
            <a:ext cx="3208020" cy="430887"/>
          </a:xfrm>
          <a:prstGeom prst="rect">
            <a:avLst/>
          </a:prstGeom>
          <a:noFill/>
        </p:spPr>
        <p:txBody>
          <a:bodyPr wrap="square">
            <a:spAutoFit/>
          </a:bodyPr>
          <a:lstStyle/>
          <a:p>
            <a:pPr algn="just"/>
            <a:r>
              <a:rPr lang="en-US" sz="1050" dirty="0" err="1"/>
              <a:t>Thaul</a:t>
            </a:r>
            <a:r>
              <a:rPr lang="en-US" sz="1050" dirty="0"/>
              <a:t>, Witold. "Supporting learning by tracing personal knowledge formation." (2014).</a:t>
            </a:r>
          </a:p>
        </p:txBody>
      </p:sp>
    </p:spTree>
    <p:extLst>
      <p:ext uri="{BB962C8B-B14F-4D97-AF65-F5344CB8AC3E}">
        <p14:creationId xmlns:p14="http://schemas.microsoft.com/office/powerpoint/2010/main" val="20836374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6F3F3-2E3D-6D1D-4C33-79EC2995A6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0FE12D-5A2A-AA40-EDE6-F93550E3702D}"/>
              </a:ext>
            </a:extLst>
          </p:cNvPr>
          <p:cNvSpPr>
            <a:spLocks noGrp="1"/>
          </p:cNvSpPr>
          <p:nvPr>
            <p:ph type="title"/>
          </p:nvPr>
        </p:nvSpPr>
        <p:spPr/>
        <p:txBody>
          <a:bodyPr/>
          <a:lstStyle/>
          <a:p>
            <a:r>
              <a:rPr lang="en-US" dirty="0"/>
              <a:t>Limitations: User Interface Variance</a:t>
            </a:r>
          </a:p>
        </p:txBody>
      </p:sp>
      <p:sp>
        <p:nvSpPr>
          <p:cNvPr id="3" name="Content Placeholder 2">
            <a:extLst>
              <a:ext uri="{FF2B5EF4-FFF2-40B4-BE49-F238E27FC236}">
                <a16:creationId xmlns:a16="http://schemas.microsoft.com/office/drawing/2014/main" id="{50CBE7F9-B431-3AA2-5F7E-594E1E365C69}"/>
              </a:ext>
            </a:extLst>
          </p:cNvPr>
          <p:cNvSpPr>
            <a:spLocks noGrp="1"/>
          </p:cNvSpPr>
          <p:nvPr>
            <p:ph idx="1"/>
          </p:nvPr>
        </p:nvSpPr>
        <p:spPr/>
        <p:txBody>
          <a:bodyPr>
            <a:normAutofit lnSpcReduction="10000"/>
          </a:bodyPr>
          <a:lstStyle/>
          <a:p>
            <a:pPr marL="0" indent="0" algn="just">
              <a:buNone/>
            </a:pPr>
            <a:r>
              <a:rPr lang="en-US" dirty="0"/>
              <a:t>ProvTracer inherently faces several limitations specific to personal UIs:</a:t>
            </a:r>
          </a:p>
          <a:p>
            <a:pPr algn="just"/>
            <a:r>
              <a:rPr lang="en-US" b="1" dirty="0"/>
              <a:t>UI variability</a:t>
            </a:r>
            <a:r>
              <a:rPr lang="en-US" dirty="0"/>
              <a:t>: differences in operating systems, layouts, and tools may affect trace quality</a:t>
            </a:r>
          </a:p>
          <a:p>
            <a:pPr algn="just"/>
            <a:r>
              <a:rPr lang="en-US" b="1" dirty="0"/>
              <a:t>Language dependence</a:t>
            </a:r>
            <a:r>
              <a:rPr lang="en-US" dirty="0"/>
              <a:t>: system is only tested on English interfaces and prompts</a:t>
            </a:r>
          </a:p>
          <a:p>
            <a:pPr algn="just"/>
            <a:r>
              <a:rPr lang="en-US" b="1" dirty="0"/>
              <a:t>Device separation</a:t>
            </a:r>
            <a:r>
              <a:rPr lang="en-US" dirty="0"/>
              <a:t>: activity on secondary devices, e.g., phones, is missed in provenance capture</a:t>
            </a:r>
          </a:p>
          <a:p>
            <a:pPr algn="just"/>
            <a:r>
              <a:rPr lang="en-US" b="1" dirty="0"/>
              <a:t>Noise inclusion</a:t>
            </a:r>
            <a:r>
              <a:rPr lang="en-US" dirty="0"/>
              <a:t>: background activity and distractions can introduce irrelevant data into traces</a:t>
            </a:r>
          </a:p>
        </p:txBody>
      </p:sp>
      <p:sp>
        <p:nvSpPr>
          <p:cNvPr id="4" name="Date Placeholder 3">
            <a:extLst>
              <a:ext uri="{FF2B5EF4-FFF2-40B4-BE49-F238E27FC236}">
                <a16:creationId xmlns:a16="http://schemas.microsoft.com/office/drawing/2014/main" id="{0500C681-1E16-1F89-A62F-A3357E30F202}"/>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21406134-0E54-600E-E533-99D9368F6F73}"/>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9F1664A4-14E6-3C4A-E24C-E9B9310D6B11}"/>
              </a:ext>
            </a:extLst>
          </p:cNvPr>
          <p:cNvSpPr>
            <a:spLocks noGrp="1"/>
          </p:cNvSpPr>
          <p:nvPr>
            <p:ph type="sldNum" sz="quarter" idx="12"/>
          </p:nvPr>
        </p:nvSpPr>
        <p:spPr/>
        <p:txBody>
          <a:bodyPr/>
          <a:lstStyle/>
          <a:p>
            <a:fld id="{C473A0A6-EC25-4F79-943E-C6FB53EAB36C}" type="slidenum">
              <a:rPr lang="en-US" smtClean="0"/>
              <a:t>61</a:t>
            </a:fld>
            <a:endParaRPr lang="en-US"/>
          </a:p>
        </p:txBody>
      </p:sp>
    </p:spTree>
    <p:extLst>
      <p:ext uri="{BB962C8B-B14F-4D97-AF65-F5344CB8AC3E}">
        <p14:creationId xmlns:p14="http://schemas.microsoft.com/office/powerpoint/2010/main" val="35701683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9A359-E52E-2918-1134-B3228E212EAD}"/>
              </a:ext>
            </a:extLst>
          </p:cNvPr>
          <p:cNvSpPr>
            <a:spLocks noGrp="1"/>
          </p:cNvSpPr>
          <p:nvPr>
            <p:ph type="title"/>
          </p:nvPr>
        </p:nvSpPr>
        <p:spPr/>
        <p:txBody>
          <a:bodyPr/>
          <a:lstStyle/>
          <a:p>
            <a:r>
              <a:rPr lang="en-US" dirty="0"/>
              <a:t>Limitations: Temporal Disconnect </a:t>
            </a:r>
          </a:p>
        </p:txBody>
      </p:sp>
      <p:sp>
        <p:nvSpPr>
          <p:cNvPr id="3" name="Content Placeholder 2">
            <a:extLst>
              <a:ext uri="{FF2B5EF4-FFF2-40B4-BE49-F238E27FC236}">
                <a16:creationId xmlns:a16="http://schemas.microsoft.com/office/drawing/2014/main" id="{634F74A7-B667-53D9-1706-6E42C946F236}"/>
              </a:ext>
            </a:extLst>
          </p:cNvPr>
          <p:cNvSpPr>
            <a:spLocks noGrp="1"/>
          </p:cNvSpPr>
          <p:nvPr>
            <p:ph idx="1"/>
          </p:nvPr>
        </p:nvSpPr>
        <p:spPr>
          <a:xfrm>
            <a:off x="838200" y="1825625"/>
            <a:ext cx="5067936" cy="4351338"/>
          </a:xfrm>
        </p:spPr>
        <p:txBody>
          <a:bodyPr>
            <a:normAutofit fontScale="85000" lnSpcReduction="10000"/>
          </a:bodyPr>
          <a:lstStyle/>
          <a:p>
            <a:pPr marL="0" indent="0" algn="just">
              <a:buNone/>
            </a:pPr>
            <a:r>
              <a:rPr lang="en-US" dirty="0"/>
              <a:t>ProvTracer has limitations regarding the MLLM and its temporal scheme of prompting and responding:</a:t>
            </a:r>
          </a:p>
          <a:p>
            <a:pPr algn="just"/>
            <a:r>
              <a:rPr lang="en-US" b="1" dirty="0"/>
              <a:t>No screenshot deltas</a:t>
            </a:r>
            <a:r>
              <a:rPr lang="en-US" dirty="0"/>
              <a:t>: Sending only single screenshots limits continuity and may miss task transitions</a:t>
            </a:r>
          </a:p>
          <a:p>
            <a:pPr algn="just"/>
            <a:r>
              <a:rPr lang="en-US" b="1" dirty="0"/>
              <a:t>Performance tradeoffs</a:t>
            </a:r>
            <a:r>
              <a:rPr lang="en-US" dirty="0"/>
              <a:t>: Including previous slices will slow the system and increase token usage</a:t>
            </a:r>
          </a:p>
          <a:p>
            <a:pPr algn="just"/>
            <a:r>
              <a:rPr lang="en-US" b="1" dirty="0"/>
              <a:t>Partial visual coverage</a:t>
            </a:r>
            <a:r>
              <a:rPr lang="en-US" dirty="0"/>
              <a:t>: Switching between windows can lead to missed interactions not in view</a:t>
            </a:r>
          </a:p>
        </p:txBody>
      </p:sp>
      <p:sp>
        <p:nvSpPr>
          <p:cNvPr id="4" name="Date Placeholder 3">
            <a:extLst>
              <a:ext uri="{FF2B5EF4-FFF2-40B4-BE49-F238E27FC236}">
                <a16:creationId xmlns:a16="http://schemas.microsoft.com/office/drawing/2014/main" id="{CF4B166E-AC79-1FBC-8136-EB015B399985}"/>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BEA38413-7461-93DB-54FC-E201B0CDF46A}"/>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3C1E3515-D429-7742-EE5B-92863A9825CD}"/>
              </a:ext>
            </a:extLst>
          </p:cNvPr>
          <p:cNvSpPr>
            <a:spLocks noGrp="1"/>
          </p:cNvSpPr>
          <p:nvPr>
            <p:ph type="sldNum" sz="quarter" idx="12"/>
          </p:nvPr>
        </p:nvSpPr>
        <p:spPr/>
        <p:txBody>
          <a:bodyPr/>
          <a:lstStyle/>
          <a:p>
            <a:fld id="{C473A0A6-EC25-4F79-943E-C6FB53EAB36C}" type="slidenum">
              <a:rPr lang="en-US" smtClean="0"/>
              <a:t>62</a:t>
            </a:fld>
            <a:endParaRPr lang="en-US"/>
          </a:p>
        </p:txBody>
      </p:sp>
      <p:pic>
        <p:nvPicPr>
          <p:cNvPr id="7" name="Picture 6" descr="A black background with a black square&#10;&#10;AI-generated content may be incorrect.">
            <a:extLst>
              <a:ext uri="{FF2B5EF4-FFF2-40B4-BE49-F238E27FC236}">
                <a16:creationId xmlns:a16="http://schemas.microsoft.com/office/drawing/2014/main" id="{96EC0106-1301-FAFF-DE68-FB816497D17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490946"/>
            <a:ext cx="5906135" cy="3020695"/>
          </a:xfrm>
          <a:prstGeom prst="rect">
            <a:avLst/>
          </a:prstGeom>
          <a:noFill/>
          <a:ln>
            <a:noFill/>
          </a:ln>
        </p:spPr>
      </p:pic>
    </p:spTree>
    <p:extLst>
      <p:ext uri="{BB962C8B-B14F-4D97-AF65-F5344CB8AC3E}">
        <p14:creationId xmlns:p14="http://schemas.microsoft.com/office/powerpoint/2010/main" val="40904748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21575-302E-3891-FA84-40D82D7EA91E}"/>
              </a:ext>
            </a:extLst>
          </p:cNvPr>
          <p:cNvSpPr>
            <a:spLocks noGrp="1"/>
          </p:cNvSpPr>
          <p:nvPr>
            <p:ph type="title"/>
          </p:nvPr>
        </p:nvSpPr>
        <p:spPr/>
        <p:txBody>
          <a:bodyPr/>
          <a:lstStyle/>
          <a:p>
            <a:r>
              <a:rPr lang="en-US" dirty="0"/>
              <a:t>Concerns</a:t>
            </a:r>
          </a:p>
        </p:txBody>
      </p:sp>
      <p:sp>
        <p:nvSpPr>
          <p:cNvPr id="3" name="Content Placeholder 2">
            <a:extLst>
              <a:ext uri="{FF2B5EF4-FFF2-40B4-BE49-F238E27FC236}">
                <a16:creationId xmlns:a16="http://schemas.microsoft.com/office/drawing/2014/main" id="{E299D393-40BE-24BF-6D67-A76A48A5ED27}"/>
              </a:ext>
            </a:extLst>
          </p:cNvPr>
          <p:cNvSpPr>
            <a:spLocks noGrp="1"/>
          </p:cNvSpPr>
          <p:nvPr>
            <p:ph idx="1"/>
          </p:nvPr>
        </p:nvSpPr>
        <p:spPr/>
        <p:txBody>
          <a:bodyPr>
            <a:normAutofit/>
          </a:bodyPr>
          <a:lstStyle/>
          <a:p>
            <a:pPr marL="0" indent="0" algn="just">
              <a:buNone/>
            </a:pPr>
            <a:r>
              <a:rPr lang="en-US" dirty="0"/>
              <a:t>ProvTracer automatically records screen activity, so concerns abound</a:t>
            </a:r>
          </a:p>
          <a:p>
            <a:pPr algn="just"/>
            <a:r>
              <a:rPr lang="en-US" b="1" dirty="0"/>
              <a:t>Privacy risks</a:t>
            </a:r>
            <a:r>
              <a:rPr lang="en-US" dirty="0"/>
              <a:t>: screenshots may inadvertently capture sensitive data, e.g., passwords, emails, raising ethical concerns</a:t>
            </a:r>
          </a:p>
          <a:p>
            <a:pPr algn="just"/>
            <a:r>
              <a:rPr lang="en-US" b="1" dirty="0"/>
              <a:t>Data leaks:</a:t>
            </a:r>
            <a:r>
              <a:rPr lang="en-US" dirty="0"/>
              <a:t> prompts to MLLM may include sensitive information</a:t>
            </a:r>
            <a:endParaRPr lang="en-US" b="1" dirty="0"/>
          </a:p>
          <a:p>
            <a:pPr algn="just"/>
            <a:r>
              <a:rPr lang="en-US" b="1" dirty="0"/>
              <a:t>Informed consent and transparency</a:t>
            </a:r>
            <a:r>
              <a:rPr lang="en-US" dirty="0"/>
              <a:t>: system is voluntary, clearly notifies users, and can be paused or canceled anytime</a:t>
            </a:r>
          </a:p>
        </p:txBody>
      </p:sp>
      <p:sp>
        <p:nvSpPr>
          <p:cNvPr id="4" name="Date Placeholder 3">
            <a:extLst>
              <a:ext uri="{FF2B5EF4-FFF2-40B4-BE49-F238E27FC236}">
                <a16:creationId xmlns:a16="http://schemas.microsoft.com/office/drawing/2014/main" id="{A30CC688-067A-F64E-1D55-5985B647A8EA}"/>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A6E5E745-C40B-5A5C-290D-4C59E6B17515}"/>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7528F50E-E3B2-A4D6-1701-8C699641091C}"/>
              </a:ext>
            </a:extLst>
          </p:cNvPr>
          <p:cNvSpPr>
            <a:spLocks noGrp="1"/>
          </p:cNvSpPr>
          <p:nvPr>
            <p:ph type="sldNum" sz="quarter" idx="12"/>
          </p:nvPr>
        </p:nvSpPr>
        <p:spPr/>
        <p:txBody>
          <a:bodyPr/>
          <a:lstStyle/>
          <a:p>
            <a:fld id="{C473A0A6-EC25-4F79-943E-C6FB53EAB36C}" type="slidenum">
              <a:rPr lang="en-US" smtClean="0"/>
              <a:t>63</a:t>
            </a:fld>
            <a:endParaRPr lang="en-US"/>
          </a:p>
        </p:txBody>
      </p:sp>
    </p:spTree>
    <p:extLst>
      <p:ext uri="{BB962C8B-B14F-4D97-AF65-F5344CB8AC3E}">
        <p14:creationId xmlns:p14="http://schemas.microsoft.com/office/powerpoint/2010/main" val="19300732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4202-740D-7F2E-BB40-BA4D45DACCEC}"/>
              </a:ext>
            </a:extLst>
          </p:cNvPr>
          <p:cNvSpPr>
            <a:spLocks noGrp="1"/>
          </p:cNvSpPr>
          <p:nvPr>
            <p:ph type="title"/>
          </p:nvPr>
        </p:nvSpPr>
        <p:spPr/>
        <p:txBody>
          <a:bodyPr/>
          <a:lstStyle/>
          <a:p>
            <a:r>
              <a:rPr lang="en-US" dirty="0"/>
              <a:t>Future Work: Other Context Sources</a:t>
            </a:r>
          </a:p>
        </p:txBody>
      </p:sp>
      <p:sp>
        <p:nvSpPr>
          <p:cNvPr id="3" name="Content Placeholder 2">
            <a:extLst>
              <a:ext uri="{FF2B5EF4-FFF2-40B4-BE49-F238E27FC236}">
                <a16:creationId xmlns:a16="http://schemas.microsoft.com/office/drawing/2014/main" id="{E960D0B0-EE76-ACCF-C834-E5EF3EECEBCA}"/>
              </a:ext>
            </a:extLst>
          </p:cNvPr>
          <p:cNvSpPr>
            <a:spLocks noGrp="1"/>
          </p:cNvSpPr>
          <p:nvPr>
            <p:ph idx="1"/>
          </p:nvPr>
        </p:nvSpPr>
        <p:spPr>
          <a:xfrm>
            <a:off x="838200" y="1825625"/>
            <a:ext cx="7620000" cy="4351338"/>
          </a:xfrm>
        </p:spPr>
        <p:txBody>
          <a:bodyPr>
            <a:normAutofit fontScale="92500" lnSpcReduction="10000"/>
          </a:bodyPr>
          <a:lstStyle/>
          <a:p>
            <a:pPr algn="just"/>
            <a:r>
              <a:rPr lang="en-US" b="1" dirty="0"/>
              <a:t>Narrator audio</a:t>
            </a:r>
            <a:r>
              <a:rPr lang="en-US" dirty="0"/>
              <a:t>: let the user speak while working, voicing their thoughts and intentions</a:t>
            </a:r>
          </a:p>
          <a:p>
            <a:pPr algn="just"/>
            <a:r>
              <a:rPr lang="en-US" b="1" dirty="0"/>
              <a:t>Workplace recording</a:t>
            </a:r>
            <a:r>
              <a:rPr lang="en-US" dirty="0"/>
              <a:t>: remote digital meetings, e.g., Zoom, enable high-fidelity, transcribable provenance capture with consent</a:t>
            </a:r>
          </a:p>
          <a:p>
            <a:pPr algn="just"/>
            <a:r>
              <a:rPr lang="en-US" b="1" dirty="0"/>
              <a:t>Eye tracking</a:t>
            </a:r>
            <a:r>
              <a:rPr lang="en-US" dirty="0"/>
              <a:t>: eye tracking could enhance provenance by revealing real-time cognitive focus and user intent</a:t>
            </a:r>
          </a:p>
          <a:p>
            <a:pPr algn="just"/>
            <a:r>
              <a:rPr lang="en-US" b="1" dirty="0"/>
              <a:t>Brain computer interfaces</a:t>
            </a:r>
            <a:r>
              <a:rPr lang="en-US" dirty="0"/>
              <a:t>: could enhance provenance by capturing cognitive intent directly, but require strict informed consent</a:t>
            </a:r>
          </a:p>
        </p:txBody>
      </p:sp>
      <p:sp>
        <p:nvSpPr>
          <p:cNvPr id="4" name="Date Placeholder 3">
            <a:extLst>
              <a:ext uri="{FF2B5EF4-FFF2-40B4-BE49-F238E27FC236}">
                <a16:creationId xmlns:a16="http://schemas.microsoft.com/office/drawing/2014/main" id="{934689AC-AA71-79A5-0E4E-AA6BF5DCE67F}"/>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B9F360CE-4CD8-A0D6-CC5A-14627C4F4D5B}"/>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9EDC3FE2-2569-CC9B-2ABB-E63A37974477}"/>
              </a:ext>
            </a:extLst>
          </p:cNvPr>
          <p:cNvSpPr>
            <a:spLocks noGrp="1"/>
          </p:cNvSpPr>
          <p:nvPr>
            <p:ph type="sldNum" sz="quarter" idx="12"/>
          </p:nvPr>
        </p:nvSpPr>
        <p:spPr/>
        <p:txBody>
          <a:bodyPr/>
          <a:lstStyle/>
          <a:p>
            <a:fld id="{C473A0A6-EC25-4F79-943E-C6FB53EAB36C}" type="slidenum">
              <a:rPr lang="en-US" smtClean="0"/>
              <a:t>64</a:t>
            </a:fld>
            <a:endParaRPr lang="en-US"/>
          </a:p>
        </p:txBody>
      </p:sp>
      <p:pic>
        <p:nvPicPr>
          <p:cNvPr id="7" name="Picture 6">
            <a:extLst>
              <a:ext uri="{FF2B5EF4-FFF2-40B4-BE49-F238E27FC236}">
                <a16:creationId xmlns:a16="http://schemas.microsoft.com/office/drawing/2014/main" id="{731ED309-8DE2-E7EB-E76A-DAC0FCE45672}"/>
              </a:ext>
            </a:extLst>
          </p:cNvPr>
          <p:cNvPicPr>
            <a:picLocks noChangeAspect="1"/>
          </p:cNvPicPr>
          <p:nvPr/>
        </p:nvPicPr>
        <p:blipFill>
          <a:blip r:embed="rId2"/>
          <a:stretch>
            <a:fillRect/>
          </a:stretch>
        </p:blipFill>
        <p:spPr>
          <a:xfrm>
            <a:off x="8729804" y="1594741"/>
            <a:ext cx="3280248" cy="2190889"/>
          </a:xfrm>
          <a:prstGeom prst="rect">
            <a:avLst/>
          </a:prstGeom>
        </p:spPr>
      </p:pic>
      <p:pic>
        <p:nvPicPr>
          <p:cNvPr id="8" name="Picture 7">
            <a:extLst>
              <a:ext uri="{FF2B5EF4-FFF2-40B4-BE49-F238E27FC236}">
                <a16:creationId xmlns:a16="http://schemas.microsoft.com/office/drawing/2014/main" id="{75EA158A-7122-CD46-D908-4BEB5AA9604B}"/>
              </a:ext>
            </a:extLst>
          </p:cNvPr>
          <p:cNvPicPr>
            <a:picLocks noChangeAspect="1"/>
          </p:cNvPicPr>
          <p:nvPr/>
        </p:nvPicPr>
        <p:blipFill>
          <a:blip r:embed="rId3"/>
          <a:stretch>
            <a:fillRect/>
          </a:stretch>
        </p:blipFill>
        <p:spPr>
          <a:xfrm>
            <a:off x="8729804" y="4261408"/>
            <a:ext cx="3280248" cy="1874427"/>
          </a:xfrm>
          <a:prstGeom prst="rect">
            <a:avLst/>
          </a:prstGeom>
        </p:spPr>
      </p:pic>
    </p:spTree>
    <p:extLst>
      <p:ext uri="{BB962C8B-B14F-4D97-AF65-F5344CB8AC3E}">
        <p14:creationId xmlns:p14="http://schemas.microsoft.com/office/powerpoint/2010/main" val="27555911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C9181-517A-27D8-0B8F-0A137AC77175}"/>
              </a:ext>
            </a:extLst>
          </p:cNvPr>
          <p:cNvSpPr>
            <a:spLocks noGrp="1"/>
          </p:cNvSpPr>
          <p:nvPr>
            <p:ph type="title"/>
          </p:nvPr>
        </p:nvSpPr>
        <p:spPr/>
        <p:txBody>
          <a:bodyPr/>
          <a:lstStyle/>
          <a:p>
            <a:r>
              <a:rPr lang="en-US" dirty="0"/>
              <a:t>Future Work: Evaluation</a:t>
            </a:r>
          </a:p>
        </p:txBody>
      </p:sp>
      <p:sp>
        <p:nvSpPr>
          <p:cNvPr id="3" name="Content Placeholder 2">
            <a:extLst>
              <a:ext uri="{FF2B5EF4-FFF2-40B4-BE49-F238E27FC236}">
                <a16:creationId xmlns:a16="http://schemas.microsoft.com/office/drawing/2014/main" id="{04FDCD97-8F4F-F502-746A-49A25209C418}"/>
              </a:ext>
            </a:extLst>
          </p:cNvPr>
          <p:cNvSpPr>
            <a:spLocks noGrp="1"/>
          </p:cNvSpPr>
          <p:nvPr>
            <p:ph idx="1"/>
          </p:nvPr>
        </p:nvSpPr>
        <p:spPr/>
        <p:txBody>
          <a:bodyPr>
            <a:normAutofit/>
          </a:bodyPr>
          <a:lstStyle/>
          <a:p>
            <a:pPr algn="just"/>
            <a:r>
              <a:rPr lang="en-US" dirty="0"/>
              <a:t>Current grounded theory results are promising, but a full usability study and survey across real teams is essential to validate ProvTracer’s practical impact</a:t>
            </a:r>
          </a:p>
          <a:p>
            <a:pPr algn="just"/>
            <a:r>
              <a:rPr lang="en-US" dirty="0"/>
              <a:t>Ideally, a longitudinal study over a period of weeks for a scoped software project</a:t>
            </a:r>
          </a:p>
          <a:p>
            <a:pPr lvl="1" algn="just"/>
            <a:r>
              <a:rPr lang="en-US" dirty="0"/>
              <a:t>Agile sprints provide a good framework for this</a:t>
            </a:r>
          </a:p>
          <a:p>
            <a:pPr lvl="1" algn="just"/>
            <a:r>
              <a:rPr lang="en-US" dirty="0"/>
              <a:t>Agile standups and retrospectives provide exceptional processual provenance</a:t>
            </a:r>
          </a:p>
        </p:txBody>
      </p:sp>
      <p:sp>
        <p:nvSpPr>
          <p:cNvPr id="4" name="Date Placeholder 3">
            <a:extLst>
              <a:ext uri="{FF2B5EF4-FFF2-40B4-BE49-F238E27FC236}">
                <a16:creationId xmlns:a16="http://schemas.microsoft.com/office/drawing/2014/main" id="{0754657B-52D8-01F7-7782-7BB95A70D7A5}"/>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450639B4-138D-856D-1B8E-34113C996726}"/>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EB6202B0-1282-A496-D5BC-8C1486CBA1D5}"/>
              </a:ext>
            </a:extLst>
          </p:cNvPr>
          <p:cNvSpPr>
            <a:spLocks noGrp="1"/>
          </p:cNvSpPr>
          <p:nvPr>
            <p:ph type="sldNum" sz="quarter" idx="12"/>
          </p:nvPr>
        </p:nvSpPr>
        <p:spPr/>
        <p:txBody>
          <a:bodyPr/>
          <a:lstStyle/>
          <a:p>
            <a:fld id="{C473A0A6-EC25-4F79-943E-C6FB53EAB36C}" type="slidenum">
              <a:rPr lang="en-US" smtClean="0"/>
              <a:t>65</a:t>
            </a:fld>
            <a:endParaRPr lang="en-US"/>
          </a:p>
        </p:txBody>
      </p:sp>
    </p:spTree>
    <p:extLst>
      <p:ext uri="{BB962C8B-B14F-4D97-AF65-F5344CB8AC3E}">
        <p14:creationId xmlns:p14="http://schemas.microsoft.com/office/powerpoint/2010/main" val="9285579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6C231-709C-386D-D653-E07193C6AC84}"/>
              </a:ext>
            </a:extLst>
          </p:cNvPr>
          <p:cNvSpPr>
            <a:spLocks noGrp="1"/>
          </p:cNvSpPr>
          <p:nvPr>
            <p:ph type="title"/>
          </p:nvPr>
        </p:nvSpPr>
        <p:spPr/>
        <p:txBody>
          <a:bodyPr/>
          <a:lstStyle/>
          <a:p>
            <a:r>
              <a:rPr lang="en-US" dirty="0"/>
              <a:t>Future Outlook: FAIR ML</a:t>
            </a:r>
          </a:p>
        </p:txBody>
      </p:sp>
      <p:sp>
        <p:nvSpPr>
          <p:cNvPr id="3" name="Content Placeholder 2">
            <a:extLst>
              <a:ext uri="{FF2B5EF4-FFF2-40B4-BE49-F238E27FC236}">
                <a16:creationId xmlns:a16="http://schemas.microsoft.com/office/drawing/2014/main" id="{8A5384B3-9D5E-D3D3-64A0-2561112881AB}"/>
              </a:ext>
            </a:extLst>
          </p:cNvPr>
          <p:cNvSpPr>
            <a:spLocks noGrp="1"/>
          </p:cNvSpPr>
          <p:nvPr>
            <p:ph idx="1"/>
          </p:nvPr>
        </p:nvSpPr>
        <p:spPr/>
        <p:txBody>
          <a:bodyPr>
            <a:normAutofit/>
          </a:bodyPr>
          <a:lstStyle/>
          <a:p>
            <a:pPr marL="0" indent="0" algn="just">
              <a:buNone/>
            </a:pPr>
            <a:r>
              <a:rPr lang="en-US" sz="2600" dirty="0"/>
              <a:t>ML is ubiquitous and becoming larger, with massive datasets; ProvTracer is beneficial to future ML workflows, not just the basic SDLC:</a:t>
            </a:r>
          </a:p>
          <a:p>
            <a:pPr algn="just"/>
            <a:r>
              <a:rPr lang="en-US" sz="2600" b="1" dirty="0"/>
              <a:t>Boosts reproducibility</a:t>
            </a:r>
            <a:r>
              <a:rPr lang="en-US" sz="2600" dirty="0"/>
              <a:t>: automatically captures detailed, structured provenance for ML workflows, aiding FAIR and transparent AI</a:t>
            </a:r>
          </a:p>
          <a:p>
            <a:pPr algn="just"/>
            <a:r>
              <a:rPr lang="en-US" sz="2600" b="1" dirty="0"/>
              <a:t>Supports explainability</a:t>
            </a:r>
            <a:r>
              <a:rPr lang="en-US" sz="2600" dirty="0"/>
              <a:t>: documents key actions and decisions throughout ML lifecycles, enabling more trustworthy and interpretable models</a:t>
            </a:r>
          </a:p>
          <a:p>
            <a:pPr algn="just"/>
            <a:r>
              <a:rPr lang="en-US" sz="2600" b="1" dirty="0"/>
              <a:t>Scales with digital work</a:t>
            </a:r>
            <a:r>
              <a:rPr lang="en-US" sz="2600" dirty="0"/>
              <a:t>: ProvTracer’s agnostic design makes it well-suited to evolving, large-scale ML development environments</a:t>
            </a:r>
          </a:p>
        </p:txBody>
      </p:sp>
      <p:sp>
        <p:nvSpPr>
          <p:cNvPr id="4" name="Date Placeholder 3">
            <a:extLst>
              <a:ext uri="{FF2B5EF4-FFF2-40B4-BE49-F238E27FC236}">
                <a16:creationId xmlns:a16="http://schemas.microsoft.com/office/drawing/2014/main" id="{7EE6E229-463D-CDE3-BFE1-0AD985BE9C39}"/>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4F488C58-23BF-91BF-D44D-216FA8DDB121}"/>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7ECA8C41-1499-F0C4-BB8A-B9B77476E9B9}"/>
              </a:ext>
            </a:extLst>
          </p:cNvPr>
          <p:cNvSpPr>
            <a:spLocks noGrp="1"/>
          </p:cNvSpPr>
          <p:nvPr>
            <p:ph type="sldNum" sz="quarter" idx="12"/>
          </p:nvPr>
        </p:nvSpPr>
        <p:spPr/>
        <p:txBody>
          <a:bodyPr/>
          <a:lstStyle/>
          <a:p>
            <a:fld id="{C473A0A6-EC25-4F79-943E-C6FB53EAB36C}" type="slidenum">
              <a:rPr lang="en-US" smtClean="0"/>
              <a:t>66</a:t>
            </a:fld>
            <a:endParaRPr lang="en-US"/>
          </a:p>
        </p:txBody>
      </p:sp>
      <p:pic>
        <p:nvPicPr>
          <p:cNvPr id="7" name="Picture 6" descr="A diagram of ethics and responsibility&#10;&#10;AI-generated content may be incorrect.">
            <a:extLst>
              <a:ext uri="{FF2B5EF4-FFF2-40B4-BE49-F238E27FC236}">
                <a16:creationId xmlns:a16="http://schemas.microsoft.com/office/drawing/2014/main" id="{1A45A32C-0F61-DF55-351F-7C80EF2A54B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879080" y="26162"/>
            <a:ext cx="4206240" cy="1815021"/>
          </a:xfrm>
          <a:prstGeom prst="rect">
            <a:avLst/>
          </a:prstGeom>
          <a:noFill/>
          <a:ln>
            <a:noFill/>
          </a:ln>
        </p:spPr>
      </p:pic>
    </p:spTree>
    <p:extLst>
      <p:ext uri="{BB962C8B-B14F-4D97-AF65-F5344CB8AC3E}">
        <p14:creationId xmlns:p14="http://schemas.microsoft.com/office/powerpoint/2010/main" val="28952516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9CF46-B864-54C0-6B3B-4BC6862D3BF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03763A1-F83B-8579-E60B-40AB3E4D08BB}"/>
              </a:ext>
            </a:extLst>
          </p:cNvPr>
          <p:cNvSpPr>
            <a:spLocks noGrp="1"/>
          </p:cNvSpPr>
          <p:nvPr>
            <p:ph idx="1"/>
          </p:nvPr>
        </p:nvSpPr>
        <p:spPr/>
        <p:txBody>
          <a:bodyPr>
            <a:normAutofit fontScale="92500" lnSpcReduction="20000"/>
          </a:bodyPr>
          <a:lstStyle/>
          <a:p>
            <a:pPr marL="0" indent="0" algn="just">
              <a:buNone/>
            </a:pPr>
            <a:r>
              <a:rPr lang="en-US" dirty="0"/>
              <a:t>The present dissertation presents a few research contributions:</a:t>
            </a:r>
          </a:p>
          <a:p>
            <a:pPr marL="514350" indent="-514350" algn="just">
              <a:buFont typeface="+mj-lt"/>
              <a:buAutoNum type="arabicPeriod"/>
            </a:pPr>
            <a:r>
              <a:rPr lang="en-US" b="1" dirty="0"/>
              <a:t>Bridges two fields</a:t>
            </a:r>
            <a:r>
              <a:rPr lang="en-US" dirty="0"/>
              <a:t>: connects Semantic Web provenance research, e.g., PROV-O, with practical software traceability in the SDLC</a:t>
            </a:r>
          </a:p>
          <a:p>
            <a:pPr marL="514350" indent="-514350" algn="just">
              <a:buFont typeface="+mj-lt"/>
              <a:buAutoNum type="arabicPeriod"/>
            </a:pPr>
            <a:r>
              <a:rPr lang="en-US" b="1" dirty="0"/>
              <a:t>Implements a novel system</a:t>
            </a:r>
            <a:r>
              <a:rPr lang="en-US" dirty="0"/>
              <a:t>: demonstrates ProvTracer, an automated, system/tool agnostic provenance capture tool generating BFO-aligned trace link knowledge graphs using MLLMs</a:t>
            </a:r>
          </a:p>
          <a:p>
            <a:pPr marL="514350" indent="-514350" algn="just">
              <a:buFont typeface="+mj-lt"/>
              <a:buAutoNum type="arabicPeriod"/>
            </a:pPr>
            <a:r>
              <a:rPr lang="en-US" b="1" dirty="0"/>
              <a:t>Addresses underexplored areas</a:t>
            </a:r>
            <a:r>
              <a:rPr lang="en-US" dirty="0"/>
              <a:t>: focuses on Occurrent aspects of digital work (</a:t>
            </a:r>
            <a:r>
              <a:rPr lang="en-US" b="1" dirty="0"/>
              <a:t>how</a:t>
            </a:r>
            <a:r>
              <a:rPr lang="en-US" dirty="0"/>
              <a:t> software artifacts are created) not just the artifacts themselves</a:t>
            </a:r>
          </a:p>
          <a:p>
            <a:pPr marL="514350" indent="-514350" algn="just">
              <a:buFont typeface="+mj-lt"/>
              <a:buAutoNum type="arabicPeriod"/>
            </a:pPr>
            <a:r>
              <a:rPr lang="en-US" b="1" dirty="0"/>
              <a:t>Supports broader goals</a:t>
            </a:r>
            <a:r>
              <a:rPr lang="en-US" dirty="0"/>
              <a:t>: advances explainability, traceability, and FAIR principles, with applications beyond software to general digital work, including the burgeoning field of massive ML</a:t>
            </a:r>
          </a:p>
        </p:txBody>
      </p:sp>
      <p:sp>
        <p:nvSpPr>
          <p:cNvPr id="4" name="Date Placeholder 3">
            <a:extLst>
              <a:ext uri="{FF2B5EF4-FFF2-40B4-BE49-F238E27FC236}">
                <a16:creationId xmlns:a16="http://schemas.microsoft.com/office/drawing/2014/main" id="{3AE5A57C-D6CE-B68D-1F3C-D3791F202D8E}"/>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F2A51BBB-25B2-62BE-2FF6-C26E31770CF2}"/>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AC0B1A77-7744-5AF4-D025-12DB90FC13B5}"/>
              </a:ext>
            </a:extLst>
          </p:cNvPr>
          <p:cNvSpPr>
            <a:spLocks noGrp="1"/>
          </p:cNvSpPr>
          <p:nvPr>
            <p:ph type="sldNum" sz="quarter" idx="12"/>
          </p:nvPr>
        </p:nvSpPr>
        <p:spPr/>
        <p:txBody>
          <a:bodyPr/>
          <a:lstStyle/>
          <a:p>
            <a:fld id="{C473A0A6-EC25-4F79-943E-C6FB53EAB36C}" type="slidenum">
              <a:rPr lang="en-US" smtClean="0"/>
              <a:t>67</a:t>
            </a:fld>
            <a:endParaRPr lang="en-US"/>
          </a:p>
        </p:txBody>
      </p:sp>
    </p:spTree>
    <p:extLst>
      <p:ext uri="{BB962C8B-B14F-4D97-AF65-F5344CB8AC3E}">
        <p14:creationId xmlns:p14="http://schemas.microsoft.com/office/powerpoint/2010/main" val="29579651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A5690-4F38-3969-B015-CE5DBEFDA106}"/>
              </a:ext>
            </a:extLst>
          </p:cNvPr>
          <p:cNvSpPr>
            <a:spLocks noGrp="1"/>
          </p:cNvSpPr>
          <p:nvPr>
            <p:ph idx="1"/>
          </p:nvPr>
        </p:nvSpPr>
        <p:spPr/>
        <p:txBody>
          <a:bodyPr>
            <a:normAutofit/>
          </a:bodyPr>
          <a:lstStyle/>
          <a:p>
            <a:pPr marL="0" indent="0" algn="ctr">
              <a:buNone/>
            </a:pPr>
            <a:r>
              <a:rPr lang="en-US" sz="8000" dirty="0"/>
              <a:t>Thank you!</a:t>
            </a:r>
          </a:p>
          <a:p>
            <a:pPr marL="0" indent="0" algn="ctr">
              <a:buNone/>
            </a:pPr>
            <a:r>
              <a:rPr lang="en-US" dirty="0"/>
              <a:t>Special thanks to my committee: </a:t>
            </a:r>
          </a:p>
          <a:p>
            <a:pPr marL="0" indent="0" algn="ctr">
              <a:buNone/>
            </a:pPr>
            <a:r>
              <a:rPr lang="en-US" sz="2000" i="1" dirty="0"/>
              <a:t>Dr. Omar Ochoa</a:t>
            </a:r>
          </a:p>
          <a:p>
            <a:pPr marL="0" indent="0" algn="ctr">
              <a:buNone/>
            </a:pPr>
            <a:r>
              <a:rPr lang="en-US" sz="2000" i="1" dirty="0"/>
              <a:t>Dr. Nicholas Del Rio</a:t>
            </a:r>
          </a:p>
          <a:p>
            <a:pPr marL="0" indent="0" algn="ctr">
              <a:buNone/>
            </a:pPr>
            <a:r>
              <a:rPr lang="en-US" sz="2000" i="1" dirty="0"/>
              <a:t>Dr. </a:t>
            </a:r>
            <a:r>
              <a:rPr lang="en-US" sz="2000" i="1" dirty="0" err="1"/>
              <a:t>Massood</a:t>
            </a:r>
            <a:r>
              <a:rPr lang="en-US" sz="2000" i="1" dirty="0"/>
              <a:t> </a:t>
            </a:r>
            <a:r>
              <a:rPr lang="en-US" sz="2000" i="1" dirty="0" err="1"/>
              <a:t>Towhidnejad</a:t>
            </a:r>
            <a:endParaRPr lang="en-US" sz="2000" i="1" dirty="0"/>
          </a:p>
          <a:p>
            <a:pPr marL="0" indent="0" algn="ctr">
              <a:buNone/>
            </a:pPr>
            <a:r>
              <a:rPr lang="en-US" sz="2000" i="1" dirty="0"/>
              <a:t>Dr. Keith Garfield</a:t>
            </a:r>
          </a:p>
          <a:p>
            <a:pPr marL="0" indent="0" algn="ctr">
              <a:buNone/>
            </a:pPr>
            <a:r>
              <a:rPr lang="en-US" sz="2000" i="1" dirty="0"/>
              <a:t>Dr. Alex Vargas</a:t>
            </a:r>
          </a:p>
        </p:txBody>
      </p:sp>
      <p:sp>
        <p:nvSpPr>
          <p:cNvPr id="4" name="Date Placeholder 3">
            <a:extLst>
              <a:ext uri="{FF2B5EF4-FFF2-40B4-BE49-F238E27FC236}">
                <a16:creationId xmlns:a16="http://schemas.microsoft.com/office/drawing/2014/main" id="{8599A118-C447-8B17-400C-088241CA910D}"/>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A59E047F-CEB3-270C-392A-4965382F219E}"/>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7575711C-2CEC-6417-B436-8E96C4D28F58}"/>
              </a:ext>
            </a:extLst>
          </p:cNvPr>
          <p:cNvSpPr>
            <a:spLocks noGrp="1"/>
          </p:cNvSpPr>
          <p:nvPr>
            <p:ph type="sldNum" sz="quarter" idx="12"/>
          </p:nvPr>
        </p:nvSpPr>
        <p:spPr/>
        <p:txBody>
          <a:bodyPr/>
          <a:lstStyle/>
          <a:p>
            <a:fld id="{C473A0A6-EC25-4F79-943E-C6FB53EAB36C}" type="slidenum">
              <a:rPr lang="en-US" smtClean="0"/>
              <a:t>68</a:t>
            </a:fld>
            <a:endParaRPr lang="en-US"/>
          </a:p>
        </p:txBody>
      </p:sp>
    </p:spTree>
    <p:extLst>
      <p:ext uri="{BB962C8B-B14F-4D97-AF65-F5344CB8AC3E}">
        <p14:creationId xmlns:p14="http://schemas.microsoft.com/office/powerpoint/2010/main" val="6291568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CEAEF46-1CB8-0275-2F86-6C31CA91D015}"/>
              </a:ext>
            </a:extLst>
          </p:cNvPr>
          <p:cNvSpPr>
            <a:spLocks noGrp="1"/>
          </p:cNvSpPr>
          <p:nvPr>
            <p:ph type="dt" sz="half" idx="10"/>
          </p:nvPr>
        </p:nvSpPr>
        <p:spPr/>
        <p:txBody>
          <a:bodyPr/>
          <a:lstStyle/>
          <a:p>
            <a:r>
              <a:rPr lang="en-US"/>
              <a:t>April 21st, 2025</a:t>
            </a:r>
          </a:p>
        </p:txBody>
      </p:sp>
      <p:sp>
        <p:nvSpPr>
          <p:cNvPr id="5" name="Footer Placeholder 4">
            <a:extLst>
              <a:ext uri="{FF2B5EF4-FFF2-40B4-BE49-F238E27FC236}">
                <a16:creationId xmlns:a16="http://schemas.microsoft.com/office/drawing/2014/main" id="{037B7AA4-CDF0-B362-4D9C-6299B939A7C0}"/>
              </a:ext>
            </a:extLst>
          </p:cNvPr>
          <p:cNvSpPr>
            <a:spLocks noGrp="1"/>
          </p:cNvSpPr>
          <p:nvPr>
            <p:ph type="ftr" sz="quarter" idx="11"/>
          </p:nvPr>
        </p:nvSpPr>
        <p:spPr/>
        <p:txBody>
          <a:bodyPr/>
          <a:lstStyle/>
          <a:p>
            <a:r>
              <a:rPr lang="de-DE"/>
              <a:t>Tyler T. Procko - ERAU Daytona</a:t>
            </a:r>
            <a:endParaRPr lang="en-US"/>
          </a:p>
        </p:txBody>
      </p:sp>
      <p:sp>
        <p:nvSpPr>
          <p:cNvPr id="6" name="Slide Number Placeholder 5">
            <a:extLst>
              <a:ext uri="{FF2B5EF4-FFF2-40B4-BE49-F238E27FC236}">
                <a16:creationId xmlns:a16="http://schemas.microsoft.com/office/drawing/2014/main" id="{92C0E24E-E819-9330-725C-A8E9290D957A}"/>
              </a:ext>
            </a:extLst>
          </p:cNvPr>
          <p:cNvSpPr>
            <a:spLocks noGrp="1"/>
          </p:cNvSpPr>
          <p:nvPr>
            <p:ph type="sldNum" sz="quarter" idx="12"/>
          </p:nvPr>
        </p:nvSpPr>
        <p:spPr/>
        <p:txBody>
          <a:bodyPr/>
          <a:lstStyle/>
          <a:p>
            <a:fld id="{C473A0A6-EC25-4F79-943E-C6FB53EAB36C}" type="slidenum">
              <a:rPr lang="en-US" smtClean="0"/>
              <a:t>69</a:t>
            </a:fld>
            <a:endParaRPr lang="en-US"/>
          </a:p>
        </p:txBody>
      </p:sp>
      <p:pic>
        <p:nvPicPr>
          <p:cNvPr id="7" name="Picture 6">
            <a:extLst>
              <a:ext uri="{FF2B5EF4-FFF2-40B4-BE49-F238E27FC236}">
                <a16:creationId xmlns:a16="http://schemas.microsoft.com/office/drawing/2014/main" id="{FDFB46E4-3D2B-3E9B-3257-698A93585E4C}"/>
              </a:ext>
            </a:extLst>
          </p:cNvPr>
          <p:cNvPicPr>
            <a:picLocks noChangeAspect="1"/>
          </p:cNvPicPr>
          <p:nvPr/>
        </p:nvPicPr>
        <p:blipFill>
          <a:blip r:embed="rId2"/>
          <a:stretch>
            <a:fillRect/>
          </a:stretch>
        </p:blipFill>
        <p:spPr>
          <a:xfrm>
            <a:off x="3743719" y="1191019"/>
            <a:ext cx="4704561" cy="4704561"/>
          </a:xfrm>
          <a:prstGeom prst="rect">
            <a:avLst/>
          </a:prstGeom>
        </p:spPr>
      </p:pic>
    </p:spTree>
    <p:extLst>
      <p:ext uri="{BB962C8B-B14F-4D97-AF65-F5344CB8AC3E}">
        <p14:creationId xmlns:p14="http://schemas.microsoft.com/office/powerpoint/2010/main" val="283229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7880</TotalTime>
  <Words>5386</Words>
  <Application>Microsoft Office PowerPoint</Application>
  <PresentationFormat>Widescreen</PresentationFormat>
  <Paragraphs>635</Paragraphs>
  <Slides>69</Slides>
  <Notes>10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69</vt:i4>
      </vt:variant>
    </vt:vector>
  </HeadingPairs>
  <TitlesOfParts>
    <vt:vector size="74" baseType="lpstr">
      <vt:lpstr>Aptos</vt:lpstr>
      <vt:lpstr>Aptos Display</vt:lpstr>
      <vt:lpstr>Arial</vt:lpstr>
      <vt:lpstr>Times New Roman</vt:lpstr>
      <vt:lpstr>Office Theme</vt:lpstr>
      <vt:lpstr>Dissertation Defense: On the Provenance of Software Systems: Automating Software Traceability with Knowledge Graph and Large Language Model Synergy</vt:lpstr>
      <vt:lpstr>Presentation Outline</vt:lpstr>
      <vt:lpstr>Acronyms</vt:lpstr>
      <vt:lpstr>Introduction: Artifact and Process</vt:lpstr>
      <vt:lpstr>Introduction: An Example</vt:lpstr>
      <vt:lpstr>Introduction: Provenance</vt:lpstr>
      <vt:lpstr>Introduction: Get It?</vt:lpstr>
      <vt:lpstr>Introduction: Goal NFRs</vt:lpstr>
      <vt:lpstr>Introduction: Goal Statement</vt:lpstr>
      <vt:lpstr>RQ 1</vt:lpstr>
      <vt:lpstr>RQ 2</vt:lpstr>
      <vt:lpstr>RQ 3</vt:lpstr>
      <vt:lpstr>PowerPoint Presentation</vt:lpstr>
      <vt:lpstr>Background: The SDLC</vt:lpstr>
      <vt:lpstr>Background: Knowledge</vt:lpstr>
      <vt:lpstr>Background: Ontology</vt:lpstr>
      <vt:lpstr>Background: Knowledge Graphs</vt:lpstr>
      <vt:lpstr>Background: Software Traces</vt:lpstr>
      <vt:lpstr>Background: Provenance Hierarchy</vt:lpstr>
      <vt:lpstr>Background: MLLMs</vt:lpstr>
      <vt:lpstr>Background: KGs + LLMs</vt:lpstr>
      <vt:lpstr>PowerPoint Presentation</vt:lpstr>
      <vt:lpstr>ProvTracer</vt:lpstr>
      <vt:lpstr>ProvTracer: Use Cases</vt:lpstr>
      <vt:lpstr>ProvTracer: Context Sources</vt:lpstr>
      <vt:lpstr>ProvTracer: Threadpool</vt:lpstr>
      <vt:lpstr>ProvTracer: Chosen MLLMs</vt:lpstr>
      <vt:lpstr>ProvTracer: MLLM Evaluation</vt:lpstr>
      <vt:lpstr>ProvTracer: Ontology</vt:lpstr>
      <vt:lpstr>PowerPoint Presentation</vt:lpstr>
      <vt:lpstr>PowerPoint Presentation</vt:lpstr>
      <vt:lpstr>PowerPoint Presentation</vt:lpstr>
      <vt:lpstr>PowerPoint Presentation</vt:lpstr>
      <vt:lpstr>ProvTracer: MLLM Prompt Structure</vt:lpstr>
      <vt:lpstr>ProvTracer: Primer Window</vt:lpstr>
      <vt:lpstr>ProvTracer: Informed Consent</vt:lpstr>
      <vt:lpstr>ProvTracer: Informed Consent </vt:lpstr>
      <vt:lpstr>ProvTracer: Work Timeslice</vt:lpstr>
      <vt:lpstr>ProvTracer: Work Timeslice Chains</vt:lpstr>
      <vt:lpstr>ProvTracer: GraphDB Demonstration</vt:lpstr>
      <vt:lpstr>PowerPoint Presentation</vt:lpstr>
      <vt:lpstr>Grounded Theory</vt:lpstr>
      <vt:lpstr>Case Study 1: Python Programming</vt:lpstr>
      <vt:lpstr>Case Study 1: Theoretical Proposition</vt:lpstr>
      <vt:lpstr>Case Study 2: Code Documentation</vt:lpstr>
      <vt:lpstr>Case Study 2: Theoretical Proposition </vt:lpstr>
      <vt:lpstr>Combined Theoretical Proposition</vt:lpstr>
      <vt:lpstr>Ablation Study</vt:lpstr>
      <vt:lpstr>RQ 1: Answer</vt:lpstr>
      <vt:lpstr>RQ 1: Digital Work Noise Taxonomy</vt:lpstr>
      <vt:lpstr>RQ 1: Relevant SDLC Provenance Taxonomy</vt:lpstr>
      <vt:lpstr>RQ 2: Answer</vt:lpstr>
      <vt:lpstr>RQ 3: Answer</vt:lpstr>
      <vt:lpstr>RQ 3: Answer</vt:lpstr>
      <vt:lpstr>Addressing Interoperability</vt:lpstr>
      <vt:lpstr>Addressing Information Overload</vt:lpstr>
      <vt:lpstr>Addressing Transparency and Reproducibility</vt:lpstr>
      <vt:lpstr>Related Work: Microsoft Recall</vt:lpstr>
      <vt:lpstr>Related Work: Microsoft Steps Recorder</vt:lpstr>
      <vt:lpstr>Related Work: Holistic Knowledge Formation System</vt:lpstr>
      <vt:lpstr>Limitations: User Interface Variance</vt:lpstr>
      <vt:lpstr>Limitations: Temporal Disconnect </vt:lpstr>
      <vt:lpstr>Concerns</vt:lpstr>
      <vt:lpstr>Future Work: Other Context Sources</vt:lpstr>
      <vt:lpstr>Future Work: Evaluation</vt:lpstr>
      <vt:lpstr>Future Outlook: FAIR ML</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Tyler Procko</dc:creator>
  <cp:lastModifiedBy>Tyler Procko</cp:lastModifiedBy>
  <cp:revision>1</cp:revision>
  <dcterms:created xsi:type="dcterms:W3CDTF">2025-01-30T03:28:58Z</dcterms:created>
  <dcterms:modified xsi:type="dcterms:W3CDTF">2025-04-21T14:40:25Z</dcterms:modified>
</cp:coreProperties>
</file>